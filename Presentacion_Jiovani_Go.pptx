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73" r:id="rId16"/>
    <p:sldId id="270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6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ACA993-0D4F-4A0D-8368-A406204EAB0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08DDB9-63D9-4D11-BED8-AB2F3FE53C08}">
      <dgm:prSet/>
      <dgm:spPr/>
      <dgm:t>
        <a:bodyPr/>
        <a:lstStyle/>
        <a:p>
          <a:r>
            <a:rPr lang="es-ES" noProof="0" dirty="0"/>
            <a:t>Jiovani Go es una plataforma web integral especializada en la comercialización de perfumes, desarrollada con tecnologías modernas y arquitectura escalable.</a:t>
          </a:r>
        </a:p>
      </dgm:t>
    </dgm:pt>
    <dgm:pt modelId="{CE6B9C38-9474-4004-A53F-C04D26598903}" type="parTrans" cxnId="{95EB5AA7-5689-46A5-8457-D0F1F5CCA0AE}">
      <dgm:prSet/>
      <dgm:spPr/>
      <dgm:t>
        <a:bodyPr/>
        <a:lstStyle/>
        <a:p>
          <a:endParaRPr lang="en-US"/>
        </a:p>
      </dgm:t>
    </dgm:pt>
    <dgm:pt modelId="{571BDAF3-6984-4909-9FB4-710DCA07627C}" type="sibTrans" cxnId="{95EB5AA7-5689-46A5-8457-D0F1F5CCA0AE}">
      <dgm:prSet/>
      <dgm:spPr/>
      <dgm:t>
        <a:bodyPr/>
        <a:lstStyle/>
        <a:p>
          <a:endParaRPr lang="es-ES" noProof="0" dirty="0"/>
        </a:p>
      </dgm:t>
    </dgm:pt>
    <dgm:pt modelId="{53727DCE-3281-4573-9E72-A325F7A4D45E}">
      <dgm:prSet/>
      <dgm:spPr/>
      <dgm:t>
        <a:bodyPr/>
        <a:lstStyle/>
        <a:p>
          <a:r>
            <a:rPr lang="es-ES" noProof="0" dirty="0"/>
            <a:t>Características principales:</a:t>
          </a:r>
        </a:p>
      </dgm:t>
    </dgm:pt>
    <dgm:pt modelId="{A6EE434C-E971-4388-8E68-A4139ED183A4}" type="parTrans" cxnId="{BF9F681F-A44D-4577-8BA4-CF2EA5976CE8}">
      <dgm:prSet/>
      <dgm:spPr/>
      <dgm:t>
        <a:bodyPr/>
        <a:lstStyle/>
        <a:p>
          <a:endParaRPr lang="en-US"/>
        </a:p>
      </dgm:t>
    </dgm:pt>
    <dgm:pt modelId="{B99B2207-D5A2-41C3-8C0F-FA16A00A6C35}" type="sibTrans" cxnId="{BF9F681F-A44D-4577-8BA4-CF2EA5976CE8}">
      <dgm:prSet/>
      <dgm:spPr/>
      <dgm:t>
        <a:bodyPr/>
        <a:lstStyle/>
        <a:p>
          <a:endParaRPr lang="es-ES" noProof="0" dirty="0"/>
        </a:p>
      </dgm:t>
    </dgm:pt>
    <dgm:pt modelId="{13476428-920A-441B-8174-E6CCDD75B243}">
      <dgm:prSet/>
      <dgm:spPr/>
      <dgm:t>
        <a:bodyPr/>
        <a:lstStyle/>
        <a:p>
          <a:r>
            <a:rPr lang="es-ES" noProof="0" dirty="0"/>
            <a:t>Catálogo interactivo de productos con sistema de categorización avanzado</a:t>
          </a:r>
        </a:p>
      </dgm:t>
    </dgm:pt>
    <dgm:pt modelId="{B36876F6-2FC3-4987-B4F5-DB8D7FED39C8}" type="parTrans" cxnId="{019D5DE8-6F97-4C42-A87E-4EE677068C86}">
      <dgm:prSet/>
      <dgm:spPr/>
      <dgm:t>
        <a:bodyPr/>
        <a:lstStyle/>
        <a:p>
          <a:endParaRPr lang="en-US"/>
        </a:p>
      </dgm:t>
    </dgm:pt>
    <dgm:pt modelId="{F303DE92-47CF-4C21-8810-9293F4BC50E9}" type="sibTrans" cxnId="{019D5DE8-6F97-4C42-A87E-4EE677068C86}">
      <dgm:prSet/>
      <dgm:spPr/>
      <dgm:t>
        <a:bodyPr/>
        <a:lstStyle/>
        <a:p>
          <a:endParaRPr lang="es-ES" noProof="0" dirty="0"/>
        </a:p>
      </dgm:t>
    </dgm:pt>
    <dgm:pt modelId="{C9DEB005-070D-4A62-AB8D-C8B96FEB1943}">
      <dgm:prSet/>
      <dgm:spPr/>
      <dgm:t>
        <a:bodyPr/>
        <a:lstStyle/>
        <a:p>
          <a:r>
            <a:rPr lang="es-ES" noProof="0" dirty="0"/>
            <a:t>Blog especializado en contenido sobre fragancias y tendencias</a:t>
          </a:r>
        </a:p>
      </dgm:t>
    </dgm:pt>
    <dgm:pt modelId="{3E8BF350-93E8-48D5-874C-2FD9378DFE03}" type="parTrans" cxnId="{D5B3E265-521F-41D1-BAB2-3F99A5966AA0}">
      <dgm:prSet/>
      <dgm:spPr/>
      <dgm:t>
        <a:bodyPr/>
        <a:lstStyle/>
        <a:p>
          <a:endParaRPr lang="en-US"/>
        </a:p>
      </dgm:t>
    </dgm:pt>
    <dgm:pt modelId="{0DDA5D84-E614-49BF-9538-DF6887C6542B}" type="sibTrans" cxnId="{D5B3E265-521F-41D1-BAB2-3F99A5966AA0}">
      <dgm:prSet/>
      <dgm:spPr/>
      <dgm:t>
        <a:bodyPr/>
        <a:lstStyle/>
        <a:p>
          <a:endParaRPr lang="es-ES" noProof="0" dirty="0"/>
        </a:p>
      </dgm:t>
    </dgm:pt>
    <dgm:pt modelId="{54CE145C-B7DC-4528-92D4-1B10C8EDF85E}">
      <dgm:prSet/>
      <dgm:spPr/>
      <dgm:t>
        <a:bodyPr/>
        <a:lstStyle/>
        <a:p>
          <a:r>
            <a:rPr lang="es-ES" noProof="0" dirty="0"/>
            <a:t>Sistema de autenticación robusto con diferentes niveles de acceso</a:t>
          </a:r>
        </a:p>
      </dgm:t>
    </dgm:pt>
    <dgm:pt modelId="{93A2D254-3CE9-4856-920F-CD3768A5672A}" type="parTrans" cxnId="{2BA93EEC-AB2D-4F59-BDD8-55DD4DC78C04}">
      <dgm:prSet/>
      <dgm:spPr/>
      <dgm:t>
        <a:bodyPr/>
        <a:lstStyle/>
        <a:p>
          <a:endParaRPr lang="en-US"/>
        </a:p>
      </dgm:t>
    </dgm:pt>
    <dgm:pt modelId="{936793BD-B96B-49D6-97B0-7C54D1A7440A}" type="sibTrans" cxnId="{2BA93EEC-AB2D-4F59-BDD8-55DD4DC78C04}">
      <dgm:prSet/>
      <dgm:spPr/>
      <dgm:t>
        <a:bodyPr/>
        <a:lstStyle/>
        <a:p>
          <a:endParaRPr lang="es-ES" noProof="0" dirty="0"/>
        </a:p>
      </dgm:t>
    </dgm:pt>
    <dgm:pt modelId="{F67DE5D6-226B-47CF-81A3-CA10AC13BC18}">
      <dgm:prSet/>
      <dgm:spPr/>
      <dgm:t>
        <a:bodyPr/>
        <a:lstStyle/>
        <a:p>
          <a:r>
            <a:rPr lang="es-ES" noProof="0" dirty="0"/>
            <a:t>Panel de administración completo para gestión de contenido</a:t>
          </a:r>
        </a:p>
      </dgm:t>
    </dgm:pt>
    <dgm:pt modelId="{93C1E2E8-516F-4832-9264-C1AD68CB014C}" type="parTrans" cxnId="{BC8C65A9-FDE4-4C70-AB94-F8B76A9EB7B1}">
      <dgm:prSet/>
      <dgm:spPr/>
      <dgm:t>
        <a:bodyPr/>
        <a:lstStyle/>
        <a:p>
          <a:endParaRPr lang="en-US"/>
        </a:p>
      </dgm:t>
    </dgm:pt>
    <dgm:pt modelId="{547666DA-2189-4681-976A-2860A032E7A8}" type="sibTrans" cxnId="{BC8C65A9-FDE4-4C70-AB94-F8B76A9EB7B1}">
      <dgm:prSet/>
      <dgm:spPr/>
      <dgm:t>
        <a:bodyPr/>
        <a:lstStyle/>
        <a:p>
          <a:endParaRPr lang="es-ES" noProof="0" dirty="0"/>
        </a:p>
      </dgm:t>
    </dgm:pt>
    <dgm:pt modelId="{20C1913F-31CF-4106-85B8-CFAC1927FCC1}">
      <dgm:prSet/>
      <dgm:spPr/>
      <dgm:t>
        <a:bodyPr/>
        <a:lstStyle/>
        <a:p>
          <a:r>
            <a:rPr lang="es-ES" noProof="0" dirty="0"/>
            <a:t>Formulario de contacto integrado para atención al cliente</a:t>
          </a:r>
        </a:p>
      </dgm:t>
    </dgm:pt>
    <dgm:pt modelId="{52AC8251-1924-43D0-B387-E61CDDD48A7A}" type="parTrans" cxnId="{23A65CCE-5E14-41C4-9E23-44623B98164F}">
      <dgm:prSet/>
      <dgm:spPr/>
      <dgm:t>
        <a:bodyPr/>
        <a:lstStyle/>
        <a:p>
          <a:endParaRPr lang="en-US"/>
        </a:p>
      </dgm:t>
    </dgm:pt>
    <dgm:pt modelId="{BEE5D5EB-0893-4B8B-9D29-F1743F134FD0}" type="sibTrans" cxnId="{23A65CCE-5E14-41C4-9E23-44623B98164F}">
      <dgm:prSet/>
      <dgm:spPr/>
      <dgm:t>
        <a:bodyPr/>
        <a:lstStyle/>
        <a:p>
          <a:endParaRPr lang="es-ES" noProof="0" dirty="0"/>
        </a:p>
      </dgm:t>
    </dgm:pt>
    <dgm:pt modelId="{411D3179-FAE4-44AD-AE30-E3810A2B7D43}">
      <dgm:prSet/>
      <dgm:spPr/>
      <dgm:t>
        <a:bodyPr/>
        <a:lstStyle/>
        <a:p>
          <a:r>
            <a:rPr lang="es-ES" noProof="0" dirty="0"/>
            <a:t>Arquitectura de tres capas con separación clara de responsabilidades</a:t>
          </a:r>
        </a:p>
      </dgm:t>
    </dgm:pt>
    <dgm:pt modelId="{F83710AD-154F-42D7-8C19-0A4C664F1490}" type="parTrans" cxnId="{A95E6CFB-AC09-42E0-B497-264FD309208B}">
      <dgm:prSet/>
      <dgm:spPr/>
      <dgm:t>
        <a:bodyPr/>
        <a:lstStyle/>
        <a:p>
          <a:endParaRPr lang="en-US"/>
        </a:p>
      </dgm:t>
    </dgm:pt>
    <dgm:pt modelId="{7E411B59-D736-4FB5-B34A-CEB2A15997FE}" type="sibTrans" cxnId="{A95E6CFB-AC09-42E0-B497-264FD309208B}">
      <dgm:prSet/>
      <dgm:spPr/>
      <dgm:t>
        <a:bodyPr/>
        <a:lstStyle/>
        <a:p>
          <a:endParaRPr lang="es-ES" noProof="0" dirty="0"/>
        </a:p>
      </dgm:t>
    </dgm:pt>
    <dgm:pt modelId="{2DD12C88-1E30-4FBC-98E1-E7692C00755D}">
      <dgm:prSet/>
      <dgm:spPr/>
      <dgm:t>
        <a:bodyPr/>
        <a:lstStyle/>
        <a:p>
          <a:r>
            <a:rPr lang="es-ES" noProof="0" dirty="0"/>
            <a:t>La plataforma está diseñada para ofrecer una experiencia de usuario excepcional, combinando funcionalidad comercial con contenido educativo sobre el mundo de las fragancias.</a:t>
          </a:r>
        </a:p>
      </dgm:t>
    </dgm:pt>
    <dgm:pt modelId="{EBA77865-19F0-44E3-AF1C-4A04CD7AB950}" type="parTrans" cxnId="{47A8A268-DE3B-437D-9638-2F105D328AB7}">
      <dgm:prSet/>
      <dgm:spPr/>
      <dgm:t>
        <a:bodyPr/>
        <a:lstStyle/>
        <a:p>
          <a:endParaRPr lang="en-US"/>
        </a:p>
      </dgm:t>
    </dgm:pt>
    <dgm:pt modelId="{D46E1C53-297A-425E-8A53-6B16B93E4F1A}" type="sibTrans" cxnId="{47A8A268-DE3B-437D-9638-2F105D328AB7}">
      <dgm:prSet/>
      <dgm:spPr/>
      <dgm:t>
        <a:bodyPr/>
        <a:lstStyle/>
        <a:p>
          <a:endParaRPr lang="en-US"/>
        </a:p>
      </dgm:t>
    </dgm:pt>
    <dgm:pt modelId="{40A03DE6-B587-4A5B-88B7-7F47F7C75E9C}" type="pres">
      <dgm:prSet presAssocID="{EFACA993-0D4F-4A0D-8368-A406204EAB00}" presName="Name0" presStyleCnt="0">
        <dgm:presLayoutVars>
          <dgm:dir/>
          <dgm:resizeHandles val="exact"/>
        </dgm:presLayoutVars>
      </dgm:prSet>
      <dgm:spPr/>
    </dgm:pt>
    <dgm:pt modelId="{1E258D07-C8AD-4F44-A4CA-B845588794F1}" type="pres">
      <dgm:prSet presAssocID="{7408DDB9-63D9-4D11-BED8-AB2F3FE53C08}" presName="node" presStyleLbl="node1" presStyleIdx="0" presStyleCnt="9">
        <dgm:presLayoutVars>
          <dgm:bulletEnabled val="1"/>
        </dgm:presLayoutVars>
      </dgm:prSet>
      <dgm:spPr/>
    </dgm:pt>
    <dgm:pt modelId="{397B18F2-0557-40E1-B970-70B81EC054A2}" type="pres">
      <dgm:prSet presAssocID="{571BDAF3-6984-4909-9FB4-710DCA07627C}" presName="sibTrans" presStyleLbl="sibTrans1D1" presStyleIdx="0" presStyleCnt="8"/>
      <dgm:spPr/>
    </dgm:pt>
    <dgm:pt modelId="{F20124DB-8A30-4A1F-ADF5-7DBE5832E92A}" type="pres">
      <dgm:prSet presAssocID="{571BDAF3-6984-4909-9FB4-710DCA07627C}" presName="connectorText" presStyleLbl="sibTrans1D1" presStyleIdx="0" presStyleCnt="8"/>
      <dgm:spPr/>
    </dgm:pt>
    <dgm:pt modelId="{B1899788-1EFE-46B6-9167-E23D1FEB3405}" type="pres">
      <dgm:prSet presAssocID="{53727DCE-3281-4573-9E72-A325F7A4D45E}" presName="node" presStyleLbl="node1" presStyleIdx="1" presStyleCnt="9">
        <dgm:presLayoutVars>
          <dgm:bulletEnabled val="1"/>
        </dgm:presLayoutVars>
      </dgm:prSet>
      <dgm:spPr/>
    </dgm:pt>
    <dgm:pt modelId="{5981535F-5665-4538-88FC-5F72C603E56C}" type="pres">
      <dgm:prSet presAssocID="{B99B2207-D5A2-41C3-8C0F-FA16A00A6C35}" presName="sibTrans" presStyleLbl="sibTrans1D1" presStyleIdx="1" presStyleCnt="8"/>
      <dgm:spPr/>
    </dgm:pt>
    <dgm:pt modelId="{24DE22A0-9433-49A1-BCD5-00F95FCDC149}" type="pres">
      <dgm:prSet presAssocID="{B99B2207-D5A2-41C3-8C0F-FA16A00A6C35}" presName="connectorText" presStyleLbl="sibTrans1D1" presStyleIdx="1" presStyleCnt="8"/>
      <dgm:spPr/>
    </dgm:pt>
    <dgm:pt modelId="{455AABBA-CCA1-445E-A8F9-EBECC9350128}" type="pres">
      <dgm:prSet presAssocID="{13476428-920A-441B-8174-E6CCDD75B243}" presName="node" presStyleLbl="node1" presStyleIdx="2" presStyleCnt="9">
        <dgm:presLayoutVars>
          <dgm:bulletEnabled val="1"/>
        </dgm:presLayoutVars>
      </dgm:prSet>
      <dgm:spPr/>
    </dgm:pt>
    <dgm:pt modelId="{1817A840-429F-49D2-9761-3F0B12FFCAF0}" type="pres">
      <dgm:prSet presAssocID="{F303DE92-47CF-4C21-8810-9293F4BC50E9}" presName="sibTrans" presStyleLbl="sibTrans1D1" presStyleIdx="2" presStyleCnt="8"/>
      <dgm:spPr/>
    </dgm:pt>
    <dgm:pt modelId="{865EE292-18BA-429D-A47A-5787470877C9}" type="pres">
      <dgm:prSet presAssocID="{F303DE92-47CF-4C21-8810-9293F4BC50E9}" presName="connectorText" presStyleLbl="sibTrans1D1" presStyleIdx="2" presStyleCnt="8"/>
      <dgm:spPr/>
    </dgm:pt>
    <dgm:pt modelId="{24E22869-A918-4EDA-BCF7-B7500E0CD52D}" type="pres">
      <dgm:prSet presAssocID="{C9DEB005-070D-4A62-AB8D-C8B96FEB1943}" presName="node" presStyleLbl="node1" presStyleIdx="3" presStyleCnt="9">
        <dgm:presLayoutVars>
          <dgm:bulletEnabled val="1"/>
        </dgm:presLayoutVars>
      </dgm:prSet>
      <dgm:spPr/>
    </dgm:pt>
    <dgm:pt modelId="{AA072319-B16C-4125-9138-3669248E3860}" type="pres">
      <dgm:prSet presAssocID="{0DDA5D84-E614-49BF-9538-DF6887C6542B}" presName="sibTrans" presStyleLbl="sibTrans1D1" presStyleIdx="3" presStyleCnt="8"/>
      <dgm:spPr/>
    </dgm:pt>
    <dgm:pt modelId="{EC6C1FBE-2790-4AF1-B220-8FB0442930A8}" type="pres">
      <dgm:prSet presAssocID="{0DDA5D84-E614-49BF-9538-DF6887C6542B}" presName="connectorText" presStyleLbl="sibTrans1D1" presStyleIdx="3" presStyleCnt="8"/>
      <dgm:spPr/>
    </dgm:pt>
    <dgm:pt modelId="{07815259-15A3-4FEC-A872-3E3FD58CACB2}" type="pres">
      <dgm:prSet presAssocID="{54CE145C-B7DC-4528-92D4-1B10C8EDF85E}" presName="node" presStyleLbl="node1" presStyleIdx="4" presStyleCnt="9">
        <dgm:presLayoutVars>
          <dgm:bulletEnabled val="1"/>
        </dgm:presLayoutVars>
      </dgm:prSet>
      <dgm:spPr/>
    </dgm:pt>
    <dgm:pt modelId="{68A2B2F2-BFAC-4278-81DC-411A054ACC2A}" type="pres">
      <dgm:prSet presAssocID="{936793BD-B96B-49D6-97B0-7C54D1A7440A}" presName="sibTrans" presStyleLbl="sibTrans1D1" presStyleIdx="4" presStyleCnt="8"/>
      <dgm:spPr/>
    </dgm:pt>
    <dgm:pt modelId="{637BCB0B-1A23-45D1-A4C2-D6206FDE0099}" type="pres">
      <dgm:prSet presAssocID="{936793BD-B96B-49D6-97B0-7C54D1A7440A}" presName="connectorText" presStyleLbl="sibTrans1D1" presStyleIdx="4" presStyleCnt="8"/>
      <dgm:spPr/>
    </dgm:pt>
    <dgm:pt modelId="{6C32ED44-E658-4CD3-BF60-4763FA519A78}" type="pres">
      <dgm:prSet presAssocID="{F67DE5D6-226B-47CF-81A3-CA10AC13BC18}" presName="node" presStyleLbl="node1" presStyleIdx="5" presStyleCnt="9">
        <dgm:presLayoutVars>
          <dgm:bulletEnabled val="1"/>
        </dgm:presLayoutVars>
      </dgm:prSet>
      <dgm:spPr/>
    </dgm:pt>
    <dgm:pt modelId="{1EC4E55C-F1C6-48E4-8A17-C2251EFDC622}" type="pres">
      <dgm:prSet presAssocID="{547666DA-2189-4681-976A-2860A032E7A8}" presName="sibTrans" presStyleLbl="sibTrans1D1" presStyleIdx="5" presStyleCnt="8"/>
      <dgm:spPr/>
    </dgm:pt>
    <dgm:pt modelId="{658F3DBB-8B77-4D96-8094-76C616640E8E}" type="pres">
      <dgm:prSet presAssocID="{547666DA-2189-4681-976A-2860A032E7A8}" presName="connectorText" presStyleLbl="sibTrans1D1" presStyleIdx="5" presStyleCnt="8"/>
      <dgm:spPr/>
    </dgm:pt>
    <dgm:pt modelId="{C4C3D6AD-B6B1-456E-BA0E-A9FF0D9F5840}" type="pres">
      <dgm:prSet presAssocID="{20C1913F-31CF-4106-85B8-CFAC1927FCC1}" presName="node" presStyleLbl="node1" presStyleIdx="6" presStyleCnt="9">
        <dgm:presLayoutVars>
          <dgm:bulletEnabled val="1"/>
        </dgm:presLayoutVars>
      </dgm:prSet>
      <dgm:spPr/>
    </dgm:pt>
    <dgm:pt modelId="{3BFE8AD4-FD0B-43EE-80BF-6DD56E1371C1}" type="pres">
      <dgm:prSet presAssocID="{BEE5D5EB-0893-4B8B-9D29-F1743F134FD0}" presName="sibTrans" presStyleLbl="sibTrans1D1" presStyleIdx="6" presStyleCnt="8"/>
      <dgm:spPr/>
    </dgm:pt>
    <dgm:pt modelId="{6D9E5497-6874-4D06-8110-A6ECBD994ACC}" type="pres">
      <dgm:prSet presAssocID="{BEE5D5EB-0893-4B8B-9D29-F1743F134FD0}" presName="connectorText" presStyleLbl="sibTrans1D1" presStyleIdx="6" presStyleCnt="8"/>
      <dgm:spPr/>
    </dgm:pt>
    <dgm:pt modelId="{FD226C3D-4F67-47AB-A6EC-1677425AC137}" type="pres">
      <dgm:prSet presAssocID="{411D3179-FAE4-44AD-AE30-E3810A2B7D43}" presName="node" presStyleLbl="node1" presStyleIdx="7" presStyleCnt="9">
        <dgm:presLayoutVars>
          <dgm:bulletEnabled val="1"/>
        </dgm:presLayoutVars>
      </dgm:prSet>
      <dgm:spPr/>
    </dgm:pt>
    <dgm:pt modelId="{CAD6B0A9-BCCE-4FE3-B693-F2EBBC609A4E}" type="pres">
      <dgm:prSet presAssocID="{7E411B59-D736-4FB5-B34A-CEB2A15997FE}" presName="sibTrans" presStyleLbl="sibTrans1D1" presStyleIdx="7" presStyleCnt="8"/>
      <dgm:spPr/>
    </dgm:pt>
    <dgm:pt modelId="{69F4984A-C023-4BC4-AEDD-76E35028D1C2}" type="pres">
      <dgm:prSet presAssocID="{7E411B59-D736-4FB5-B34A-CEB2A15997FE}" presName="connectorText" presStyleLbl="sibTrans1D1" presStyleIdx="7" presStyleCnt="8"/>
      <dgm:spPr/>
    </dgm:pt>
    <dgm:pt modelId="{35253D95-DD56-4765-9C98-F2491F8BF8DF}" type="pres">
      <dgm:prSet presAssocID="{2DD12C88-1E30-4FBC-98E1-E7692C00755D}" presName="node" presStyleLbl="node1" presStyleIdx="8" presStyleCnt="9">
        <dgm:presLayoutVars>
          <dgm:bulletEnabled val="1"/>
        </dgm:presLayoutVars>
      </dgm:prSet>
      <dgm:spPr/>
    </dgm:pt>
  </dgm:ptLst>
  <dgm:cxnLst>
    <dgm:cxn modelId="{08E3FE02-3ED3-40F3-9B83-2BE7A71BB5B3}" type="presOf" srcId="{20C1913F-31CF-4106-85B8-CFAC1927FCC1}" destId="{C4C3D6AD-B6B1-456E-BA0E-A9FF0D9F5840}" srcOrd="0" destOrd="0" presId="urn:microsoft.com/office/officeart/2016/7/layout/RepeatingBendingProcessNew"/>
    <dgm:cxn modelId="{DA47B50C-A81F-49F8-B136-14938F38771F}" type="presOf" srcId="{936793BD-B96B-49D6-97B0-7C54D1A7440A}" destId="{637BCB0B-1A23-45D1-A4C2-D6206FDE0099}" srcOrd="1" destOrd="0" presId="urn:microsoft.com/office/officeart/2016/7/layout/RepeatingBendingProcessNew"/>
    <dgm:cxn modelId="{E0697814-5633-47C1-87C4-0CD5BFB58642}" type="presOf" srcId="{7E411B59-D736-4FB5-B34A-CEB2A15997FE}" destId="{CAD6B0A9-BCCE-4FE3-B693-F2EBBC609A4E}" srcOrd="0" destOrd="0" presId="urn:microsoft.com/office/officeart/2016/7/layout/RepeatingBendingProcessNew"/>
    <dgm:cxn modelId="{8C1C3718-BAF0-4AB9-8C92-BC4389E39498}" type="presOf" srcId="{936793BD-B96B-49D6-97B0-7C54D1A7440A}" destId="{68A2B2F2-BFAC-4278-81DC-411A054ACC2A}" srcOrd="0" destOrd="0" presId="urn:microsoft.com/office/officeart/2016/7/layout/RepeatingBendingProcessNew"/>
    <dgm:cxn modelId="{960A5B1B-C925-499B-AD57-1468EEF1C2A7}" type="presOf" srcId="{7408DDB9-63D9-4D11-BED8-AB2F3FE53C08}" destId="{1E258D07-C8AD-4F44-A4CA-B845588794F1}" srcOrd="0" destOrd="0" presId="urn:microsoft.com/office/officeart/2016/7/layout/RepeatingBendingProcessNew"/>
    <dgm:cxn modelId="{BF9F681F-A44D-4577-8BA4-CF2EA5976CE8}" srcId="{EFACA993-0D4F-4A0D-8368-A406204EAB00}" destId="{53727DCE-3281-4573-9E72-A325F7A4D45E}" srcOrd="1" destOrd="0" parTransId="{A6EE434C-E971-4388-8E68-A4139ED183A4}" sibTransId="{B99B2207-D5A2-41C3-8C0F-FA16A00A6C35}"/>
    <dgm:cxn modelId="{A25D5C35-91E8-4AA6-A16E-0ED13FEB51E0}" type="presOf" srcId="{EFACA993-0D4F-4A0D-8368-A406204EAB00}" destId="{40A03DE6-B587-4A5B-88B7-7F47F7C75E9C}" srcOrd="0" destOrd="0" presId="urn:microsoft.com/office/officeart/2016/7/layout/RepeatingBendingProcessNew"/>
    <dgm:cxn modelId="{6894043F-207D-4149-A925-A77C5F287750}" type="presOf" srcId="{13476428-920A-441B-8174-E6CCDD75B243}" destId="{455AABBA-CCA1-445E-A8F9-EBECC9350128}" srcOrd="0" destOrd="0" presId="urn:microsoft.com/office/officeart/2016/7/layout/RepeatingBendingProcessNew"/>
    <dgm:cxn modelId="{DA0D575C-32E3-4FCE-8CB5-B6B6861028E4}" type="presOf" srcId="{BEE5D5EB-0893-4B8B-9D29-F1743F134FD0}" destId="{6D9E5497-6874-4D06-8110-A6ECBD994ACC}" srcOrd="1" destOrd="0" presId="urn:microsoft.com/office/officeart/2016/7/layout/RepeatingBendingProcessNew"/>
    <dgm:cxn modelId="{1E615B61-E91C-497B-A704-8CDE00E07F86}" type="presOf" srcId="{411D3179-FAE4-44AD-AE30-E3810A2B7D43}" destId="{FD226C3D-4F67-47AB-A6EC-1677425AC137}" srcOrd="0" destOrd="0" presId="urn:microsoft.com/office/officeart/2016/7/layout/RepeatingBendingProcessNew"/>
    <dgm:cxn modelId="{D5B3E265-521F-41D1-BAB2-3F99A5966AA0}" srcId="{EFACA993-0D4F-4A0D-8368-A406204EAB00}" destId="{C9DEB005-070D-4A62-AB8D-C8B96FEB1943}" srcOrd="3" destOrd="0" parTransId="{3E8BF350-93E8-48D5-874C-2FD9378DFE03}" sibTransId="{0DDA5D84-E614-49BF-9538-DF6887C6542B}"/>
    <dgm:cxn modelId="{F512AB46-A52B-44EC-84E3-9993EA889391}" type="presOf" srcId="{0DDA5D84-E614-49BF-9538-DF6887C6542B}" destId="{AA072319-B16C-4125-9138-3669248E3860}" srcOrd="0" destOrd="0" presId="urn:microsoft.com/office/officeart/2016/7/layout/RepeatingBendingProcessNew"/>
    <dgm:cxn modelId="{EF2A4967-001E-4BC0-BAF6-B2E00BBCBD1B}" type="presOf" srcId="{2DD12C88-1E30-4FBC-98E1-E7692C00755D}" destId="{35253D95-DD56-4765-9C98-F2491F8BF8DF}" srcOrd="0" destOrd="0" presId="urn:microsoft.com/office/officeart/2016/7/layout/RepeatingBendingProcessNew"/>
    <dgm:cxn modelId="{47A8A268-DE3B-437D-9638-2F105D328AB7}" srcId="{EFACA993-0D4F-4A0D-8368-A406204EAB00}" destId="{2DD12C88-1E30-4FBC-98E1-E7692C00755D}" srcOrd="8" destOrd="0" parTransId="{EBA77865-19F0-44E3-AF1C-4A04CD7AB950}" sibTransId="{D46E1C53-297A-425E-8A53-6B16B93E4F1A}"/>
    <dgm:cxn modelId="{28AEC26B-9EF3-4465-AB35-0A1B3CE9ABB7}" type="presOf" srcId="{B99B2207-D5A2-41C3-8C0F-FA16A00A6C35}" destId="{5981535F-5665-4538-88FC-5F72C603E56C}" srcOrd="0" destOrd="0" presId="urn:microsoft.com/office/officeart/2016/7/layout/RepeatingBendingProcessNew"/>
    <dgm:cxn modelId="{526E2553-FA7E-4DAE-9D7C-94237C3A8D86}" type="presOf" srcId="{F67DE5D6-226B-47CF-81A3-CA10AC13BC18}" destId="{6C32ED44-E658-4CD3-BF60-4763FA519A78}" srcOrd="0" destOrd="0" presId="urn:microsoft.com/office/officeart/2016/7/layout/RepeatingBendingProcessNew"/>
    <dgm:cxn modelId="{A8386E75-1F32-4E0A-8D67-89B28B3786CC}" type="presOf" srcId="{C9DEB005-070D-4A62-AB8D-C8B96FEB1943}" destId="{24E22869-A918-4EDA-BCF7-B7500E0CD52D}" srcOrd="0" destOrd="0" presId="urn:microsoft.com/office/officeart/2016/7/layout/RepeatingBendingProcessNew"/>
    <dgm:cxn modelId="{6EDA9F81-3675-464A-9A59-BF7C425539D2}" type="presOf" srcId="{54CE145C-B7DC-4528-92D4-1B10C8EDF85E}" destId="{07815259-15A3-4FEC-A872-3E3FD58CACB2}" srcOrd="0" destOrd="0" presId="urn:microsoft.com/office/officeart/2016/7/layout/RepeatingBendingProcessNew"/>
    <dgm:cxn modelId="{00B48A87-A601-472E-9E51-9640E1A8DB8C}" type="presOf" srcId="{BEE5D5EB-0893-4B8B-9D29-F1743F134FD0}" destId="{3BFE8AD4-FD0B-43EE-80BF-6DD56E1371C1}" srcOrd="0" destOrd="0" presId="urn:microsoft.com/office/officeart/2016/7/layout/RepeatingBendingProcessNew"/>
    <dgm:cxn modelId="{703EA292-D6D3-41F0-A41B-F99AF1B4F4D7}" type="presOf" srcId="{F303DE92-47CF-4C21-8810-9293F4BC50E9}" destId="{865EE292-18BA-429D-A47A-5787470877C9}" srcOrd="1" destOrd="0" presId="urn:microsoft.com/office/officeart/2016/7/layout/RepeatingBendingProcessNew"/>
    <dgm:cxn modelId="{83FD7E95-9977-4EB7-AC00-CF4249DCAE84}" type="presOf" srcId="{571BDAF3-6984-4909-9FB4-710DCA07627C}" destId="{F20124DB-8A30-4A1F-ADF5-7DBE5832E92A}" srcOrd="1" destOrd="0" presId="urn:microsoft.com/office/officeart/2016/7/layout/RepeatingBendingProcessNew"/>
    <dgm:cxn modelId="{95EB5AA7-5689-46A5-8457-D0F1F5CCA0AE}" srcId="{EFACA993-0D4F-4A0D-8368-A406204EAB00}" destId="{7408DDB9-63D9-4D11-BED8-AB2F3FE53C08}" srcOrd="0" destOrd="0" parTransId="{CE6B9C38-9474-4004-A53F-C04D26598903}" sibTransId="{571BDAF3-6984-4909-9FB4-710DCA07627C}"/>
    <dgm:cxn modelId="{BC8C65A9-FDE4-4C70-AB94-F8B76A9EB7B1}" srcId="{EFACA993-0D4F-4A0D-8368-A406204EAB00}" destId="{F67DE5D6-226B-47CF-81A3-CA10AC13BC18}" srcOrd="5" destOrd="0" parTransId="{93C1E2E8-516F-4832-9264-C1AD68CB014C}" sibTransId="{547666DA-2189-4681-976A-2860A032E7A8}"/>
    <dgm:cxn modelId="{EEB643B7-6965-4545-86A6-8A94B578ABC7}" type="presOf" srcId="{547666DA-2189-4681-976A-2860A032E7A8}" destId="{658F3DBB-8B77-4D96-8094-76C616640E8E}" srcOrd="1" destOrd="0" presId="urn:microsoft.com/office/officeart/2016/7/layout/RepeatingBendingProcessNew"/>
    <dgm:cxn modelId="{0998D7C6-1044-4073-86E9-CE561F6DAE15}" type="presOf" srcId="{0DDA5D84-E614-49BF-9538-DF6887C6542B}" destId="{EC6C1FBE-2790-4AF1-B220-8FB0442930A8}" srcOrd="1" destOrd="0" presId="urn:microsoft.com/office/officeart/2016/7/layout/RepeatingBendingProcessNew"/>
    <dgm:cxn modelId="{815A61CD-2DF9-4179-A084-A552A926AB72}" type="presOf" srcId="{547666DA-2189-4681-976A-2860A032E7A8}" destId="{1EC4E55C-F1C6-48E4-8A17-C2251EFDC622}" srcOrd="0" destOrd="0" presId="urn:microsoft.com/office/officeart/2016/7/layout/RepeatingBendingProcessNew"/>
    <dgm:cxn modelId="{23A65CCE-5E14-41C4-9E23-44623B98164F}" srcId="{EFACA993-0D4F-4A0D-8368-A406204EAB00}" destId="{20C1913F-31CF-4106-85B8-CFAC1927FCC1}" srcOrd="6" destOrd="0" parTransId="{52AC8251-1924-43D0-B387-E61CDDD48A7A}" sibTransId="{BEE5D5EB-0893-4B8B-9D29-F1743F134FD0}"/>
    <dgm:cxn modelId="{DDBB6AD1-D93B-41A5-9A9B-B8937291C9F7}" type="presOf" srcId="{B99B2207-D5A2-41C3-8C0F-FA16A00A6C35}" destId="{24DE22A0-9433-49A1-BCD5-00F95FCDC149}" srcOrd="1" destOrd="0" presId="urn:microsoft.com/office/officeart/2016/7/layout/RepeatingBendingProcessNew"/>
    <dgm:cxn modelId="{B181ACDB-CD1D-4677-9021-806B5F1ACDE8}" type="presOf" srcId="{F303DE92-47CF-4C21-8810-9293F4BC50E9}" destId="{1817A840-429F-49D2-9761-3F0B12FFCAF0}" srcOrd="0" destOrd="0" presId="urn:microsoft.com/office/officeart/2016/7/layout/RepeatingBendingProcessNew"/>
    <dgm:cxn modelId="{3A124FE0-3580-4DB6-94D6-014FA528DD3E}" type="presOf" srcId="{571BDAF3-6984-4909-9FB4-710DCA07627C}" destId="{397B18F2-0557-40E1-B970-70B81EC054A2}" srcOrd="0" destOrd="0" presId="urn:microsoft.com/office/officeart/2016/7/layout/RepeatingBendingProcessNew"/>
    <dgm:cxn modelId="{FE6D52E2-FC13-4BA9-B5E2-403D2E31D4EF}" type="presOf" srcId="{7E411B59-D736-4FB5-B34A-CEB2A15997FE}" destId="{69F4984A-C023-4BC4-AEDD-76E35028D1C2}" srcOrd="1" destOrd="0" presId="urn:microsoft.com/office/officeart/2016/7/layout/RepeatingBendingProcessNew"/>
    <dgm:cxn modelId="{019D5DE8-6F97-4C42-A87E-4EE677068C86}" srcId="{EFACA993-0D4F-4A0D-8368-A406204EAB00}" destId="{13476428-920A-441B-8174-E6CCDD75B243}" srcOrd="2" destOrd="0" parTransId="{B36876F6-2FC3-4987-B4F5-DB8D7FED39C8}" sibTransId="{F303DE92-47CF-4C21-8810-9293F4BC50E9}"/>
    <dgm:cxn modelId="{2BA93EEC-AB2D-4F59-BDD8-55DD4DC78C04}" srcId="{EFACA993-0D4F-4A0D-8368-A406204EAB00}" destId="{54CE145C-B7DC-4528-92D4-1B10C8EDF85E}" srcOrd="4" destOrd="0" parTransId="{93A2D254-3CE9-4856-920F-CD3768A5672A}" sibTransId="{936793BD-B96B-49D6-97B0-7C54D1A7440A}"/>
    <dgm:cxn modelId="{C32278FA-E90A-4B69-B19D-A0B3A20EDDA1}" type="presOf" srcId="{53727DCE-3281-4573-9E72-A325F7A4D45E}" destId="{B1899788-1EFE-46B6-9167-E23D1FEB3405}" srcOrd="0" destOrd="0" presId="urn:microsoft.com/office/officeart/2016/7/layout/RepeatingBendingProcessNew"/>
    <dgm:cxn modelId="{A95E6CFB-AC09-42E0-B497-264FD309208B}" srcId="{EFACA993-0D4F-4A0D-8368-A406204EAB00}" destId="{411D3179-FAE4-44AD-AE30-E3810A2B7D43}" srcOrd="7" destOrd="0" parTransId="{F83710AD-154F-42D7-8C19-0A4C664F1490}" sibTransId="{7E411B59-D736-4FB5-B34A-CEB2A15997FE}"/>
    <dgm:cxn modelId="{65256F2C-CF9F-486F-BCF8-B1B7676C5736}" type="presParOf" srcId="{40A03DE6-B587-4A5B-88B7-7F47F7C75E9C}" destId="{1E258D07-C8AD-4F44-A4CA-B845588794F1}" srcOrd="0" destOrd="0" presId="urn:microsoft.com/office/officeart/2016/7/layout/RepeatingBendingProcessNew"/>
    <dgm:cxn modelId="{5F612BEC-7FDB-49A5-B3C8-01291B68E825}" type="presParOf" srcId="{40A03DE6-B587-4A5B-88B7-7F47F7C75E9C}" destId="{397B18F2-0557-40E1-B970-70B81EC054A2}" srcOrd="1" destOrd="0" presId="urn:microsoft.com/office/officeart/2016/7/layout/RepeatingBendingProcessNew"/>
    <dgm:cxn modelId="{AB83F12C-7A35-4F3C-9141-391CA3292320}" type="presParOf" srcId="{397B18F2-0557-40E1-B970-70B81EC054A2}" destId="{F20124DB-8A30-4A1F-ADF5-7DBE5832E92A}" srcOrd="0" destOrd="0" presId="urn:microsoft.com/office/officeart/2016/7/layout/RepeatingBendingProcessNew"/>
    <dgm:cxn modelId="{00250D2B-1479-48C0-81CF-AF3188B5D944}" type="presParOf" srcId="{40A03DE6-B587-4A5B-88B7-7F47F7C75E9C}" destId="{B1899788-1EFE-46B6-9167-E23D1FEB3405}" srcOrd="2" destOrd="0" presId="urn:microsoft.com/office/officeart/2016/7/layout/RepeatingBendingProcessNew"/>
    <dgm:cxn modelId="{A26205F1-9747-432C-A3C5-59965C7AFAFA}" type="presParOf" srcId="{40A03DE6-B587-4A5B-88B7-7F47F7C75E9C}" destId="{5981535F-5665-4538-88FC-5F72C603E56C}" srcOrd="3" destOrd="0" presId="urn:microsoft.com/office/officeart/2016/7/layout/RepeatingBendingProcessNew"/>
    <dgm:cxn modelId="{01C588A9-4DF5-4859-AB82-CA11D179B101}" type="presParOf" srcId="{5981535F-5665-4538-88FC-5F72C603E56C}" destId="{24DE22A0-9433-49A1-BCD5-00F95FCDC149}" srcOrd="0" destOrd="0" presId="urn:microsoft.com/office/officeart/2016/7/layout/RepeatingBendingProcessNew"/>
    <dgm:cxn modelId="{C8423C1D-55CB-4121-834C-8B7B88E27430}" type="presParOf" srcId="{40A03DE6-B587-4A5B-88B7-7F47F7C75E9C}" destId="{455AABBA-CCA1-445E-A8F9-EBECC9350128}" srcOrd="4" destOrd="0" presId="urn:microsoft.com/office/officeart/2016/7/layout/RepeatingBendingProcessNew"/>
    <dgm:cxn modelId="{3AB1CB19-723B-4A6D-8B2A-ABBF6B253D00}" type="presParOf" srcId="{40A03DE6-B587-4A5B-88B7-7F47F7C75E9C}" destId="{1817A840-429F-49D2-9761-3F0B12FFCAF0}" srcOrd="5" destOrd="0" presId="urn:microsoft.com/office/officeart/2016/7/layout/RepeatingBendingProcessNew"/>
    <dgm:cxn modelId="{4DC25BC7-0A7C-4FD9-B2CE-DFCCC96784AD}" type="presParOf" srcId="{1817A840-429F-49D2-9761-3F0B12FFCAF0}" destId="{865EE292-18BA-429D-A47A-5787470877C9}" srcOrd="0" destOrd="0" presId="urn:microsoft.com/office/officeart/2016/7/layout/RepeatingBendingProcessNew"/>
    <dgm:cxn modelId="{B41AC2CB-B42F-4577-BA72-2BF9BFFD4A23}" type="presParOf" srcId="{40A03DE6-B587-4A5B-88B7-7F47F7C75E9C}" destId="{24E22869-A918-4EDA-BCF7-B7500E0CD52D}" srcOrd="6" destOrd="0" presId="urn:microsoft.com/office/officeart/2016/7/layout/RepeatingBendingProcessNew"/>
    <dgm:cxn modelId="{E786D14B-4167-4189-8EC7-6E2C6C7EF76F}" type="presParOf" srcId="{40A03DE6-B587-4A5B-88B7-7F47F7C75E9C}" destId="{AA072319-B16C-4125-9138-3669248E3860}" srcOrd="7" destOrd="0" presId="urn:microsoft.com/office/officeart/2016/7/layout/RepeatingBendingProcessNew"/>
    <dgm:cxn modelId="{ABEFB7E3-A352-4CB9-B826-D9CC14512B37}" type="presParOf" srcId="{AA072319-B16C-4125-9138-3669248E3860}" destId="{EC6C1FBE-2790-4AF1-B220-8FB0442930A8}" srcOrd="0" destOrd="0" presId="urn:microsoft.com/office/officeart/2016/7/layout/RepeatingBendingProcessNew"/>
    <dgm:cxn modelId="{0BA470DD-AA03-4A39-98C8-89F0CDFF4E0A}" type="presParOf" srcId="{40A03DE6-B587-4A5B-88B7-7F47F7C75E9C}" destId="{07815259-15A3-4FEC-A872-3E3FD58CACB2}" srcOrd="8" destOrd="0" presId="urn:microsoft.com/office/officeart/2016/7/layout/RepeatingBendingProcessNew"/>
    <dgm:cxn modelId="{4B965F97-79EC-4E71-BBD6-515EEBF826C8}" type="presParOf" srcId="{40A03DE6-B587-4A5B-88B7-7F47F7C75E9C}" destId="{68A2B2F2-BFAC-4278-81DC-411A054ACC2A}" srcOrd="9" destOrd="0" presId="urn:microsoft.com/office/officeart/2016/7/layout/RepeatingBendingProcessNew"/>
    <dgm:cxn modelId="{A18D7009-F926-4E13-9D9B-C06C5CC61F8E}" type="presParOf" srcId="{68A2B2F2-BFAC-4278-81DC-411A054ACC2A}" destId="{637BCB0B-1A23-45D1-A4C2-D6206FDE0099}" srcOrd="0" destOrd="0" presId="urn:microsoft.com/office/officeart/2016/7/layout/RepeatingBendingProcessNew"/>
    <dgm:cxn modelId="{19AB14CB-17AE-489A-8B07-E742563DC13B}" type="presParOf" srcId="{40A03DE6-B587-4A5B-88B7-7F47F7C75E9C}" destId="{6C32ED44-E658-4CD3-BF60-4763FA519A78}" srcOrd="10" destOrd="0" presId="urn:microsoft.com/office/officeart/2016/7/layout/RepeatingBendingProcessNew"/>
    <dgm:cxn modelId="{F255B94A-EE79-419D-862A-F2A056A510B4}" type="presParOf" srcId="{40A03DE6-B587-4A5B-88B7-7F47F7C75E9C}" destId="{1EC4E55C-F1C6-48E4-8A17-C2251EFDC622}" srcOrd="11" destOrd="0" presId="urn:microsoft.com/office/officeart/2016/7/layout/RepeatingBendingProcessNew"/>
    <dgm:cxn modelId="{B8021C58-2CC5-45D1-9498-B859286E3B17}" type="presParOf" srcId="{1EC4E55C-F1C6-48E4-8A17-C2251EFDC622}" destId="{658F3DBB-8B77-4D96-8094-76C616640E8E}" srcOrd="0" destOrd="0" presId="urn:microsoft.com/office/officeart/2016/7/layout/RepeatingBendingProcessNew"/>
    <dgm:cxn modelId="{F42DB650-16A4-4C29-9C67-1ADD8513D7F4}" type="presParOf" srcId="{40A03DE6-B587-4A5B-88B7-7F47F7C75E9C}" destId="{C4C3D6AD-B6B1-456E-BA0E-A9FF0D9F5840}" srcOrd="12" destOrd="0" presId="urn:microsoft.com/office/officeart/2016/7/layout/RepeatingBendingProcessNew"/>
    <dgm:cxn modelId="{C57E1862-FDB7-4E49-8D8F-0B9FB3DB8B0B}" type="presParOf" srcId="{40A03DE6-B587-4A5B-88B7-7F47F7C75E9C}" destId="{3BFE8AD4-FD0B-43EE-80BF-6DD56E1371C1}" srcOrd="13" destOrd="0" presId="urn:microsoft.com/office/officeart/2016/7/layout/RepeatingBendingProcessNew"/>
    <dgm:cxn modelId="{D112EFE9-E955-446E-9ED3-C7C736F2AF22}" type="presParOf" srcId="{3BFE8AD4-FD0B-43EE-80BF-6DD56E1371C1}" destId="{6D9E5497-6874-4D06-8110-A6ECBD994ACC}" srcOrd="0" destOrd="0" presId="urn:microsoft.com/office/officeart/2016/7/layout/RepeatingBendingProcessNew"/>
    <dgm:cxn modelId="{82493105-E45E-4F39-ACCE-F5A1463138E8}" type="presParOf" srcId="{40A03DE6-B587-4A5B-88B7-7F47F7C75E9C}" destId="{FD226C3D-4F67-47AB-A6EC-1677425AC137}" srcOrd="14" destOrd="0" presId="urn:microsoft.com/office/officeart/2016/7/layout/RepeatingBendingProcessNew"/>
    <dgm:cxn modelId="{0F2075CF-664D-4B6E-9A62-A59DA5B8BD63}" type="presParOf" srcId="{40A03DE6-B587-4A5B-88B7-7F47F7C75E9C}" destId="{CAD6B0A9-BCCE-4FE3-B693-F2EBBC609A4E}" srcOrd="15" destOrd="0" presId="urn:microsoft.com/office/officeart/2016/7/layout/RepeatingBendingProcessNew"/>
    <dgm:cxn modelId="{79386C84-92F4-4316-83C5-DB32D354A5EC}" type="presParOf" srcId="{CAD6B0A9-BCCE-4FE3-B693-F2EBBC609A4E}" destId="{69F4984A-C023-4BC4-AEDD-76E35028D1C2}" srcOrd="0" destOrd="0" presId="urn:microsoft.com/office/officeart/2016/7/layout/RepeatingBendingProcessNew"/>
    <dgm:cxn modelId="{EC5C8F90-BC83-4F32-99E9-7CDE1EF2D37C}" type="presParOf" srcId="{40A03DE6-B587-4A5B-88B7-7F47F7C75E9C}" destId="{35253D95-DD56-4765-9C98-F2491F8BF8DF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7988B9-556A-43D5-81A8-BFE2B46BD3C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413D4A-BE1B-4A21-B848-5F4C5F58A042}">
      <dgm:prSet/>
      <dgm:spPr/>
      <dgm:t>
        <a:bodyPr/>
        <a:lstStyle/>
        <a:p>
          <a:pPr>
            <a:defRPr b="1"/>
          </a:pPr>
          <a:r>
            <a:rPr lang="es-ES" noProof="0" dirty="0"/>
            <a:t>Objetivo General</a:t>
          </a:r>
        </a:p>
      </dgm:t>
    </dgm:pt>
    <dgm:pt modelId="{1F8BEFA7-805E-438C-906F-185AB5DAB614}" type="parTrans" cxnId="{6D08A165-AD10-4514-8BAA-E2960341F806}">
      <dgm:prSet/>
      <dgm:spPr/>
      <dgm:t>
        <a:bodyPr/>
        <a:lstStyle/>
        <a:p>
          <a:endParaRPr lang="en-US"/>
        </a:p>
      </dgm:t>
    </dgm:pt>
    <dgm:pt modelId="{9AC4B3C1-91C7-4E4C-BA89-402E87B93F4A}" type="sibTrans" cxnId="{6D08A165-AD10-4514-8BAA-E2960341F806}">
      <dgm:prSet/>
      <dgm:spPr/>
      <dgm:t>
        <a:bodyPr/>
        <a:lstStyle/>
        <a:p>
          <a:endParaRPr lang="en-US"/>
        </a:p>
      </dgm:t>
    </dgm:pt>
    <dgm:pt modelId="{EB3C8BF6-E43E-40AB-BE26-D3495672F9DD}">
      <dgm:prSet/>
      <dgm:spPr/>
      <dgm:t>
        <a:bodyPr/>
        <a:lstStyle/>
        <a:p>
          <a:r>
            <a:rPr lang="es-ES" noProof="0" dirty="0"/>
            <a:t>Desarrollar una plataforma web robusta y escalable que permita la comercialización efectiva de fragancias, integrando funcionalidades de e-commerce con un sistema de gestión de contenido especializado.</a:t>
          </a:r>
        </a:p>
      </dgm:t>
    </dgm:pt>
    <dgm:pt modelId="{03B2E724-9C53-404C-AFD5-CF6C767F9264}" type="parTrans" cxnId="{06D4AFC0-20A2-407C-A415-75F0E4264DC5}">
      <dgm:prSet/>
      <dgm:spPr/>
      <dgm:t>
        <a:bodyPr/>
        <a:lstStyle/>
        <a:p>
          <a:endParaRPr lang="en-US"/>
        </a:p>
      </dgm:t>
    </dgm:pt>
    <dgm:pt modelId="{33EE758B-CC54-49D0-9C7D-CEB3B1E27845}" type="sibTrans" cxnId="{06D4AFC0-20A2-407C-A415-75F0E4264DC5}">
      <dgm:prSet/>
      <dgm:spPr/>
      <dgm:t>
        <a:bodyPr/>
        <a:lstStyle/>
        <a:p>
          <a:endParaRPr lang="en-US"/>
        </a:p>
      </dgm:t>
    </dgm:pt>
    <dgm:pt modelId="{F2726130-D594-4DBA-B866-C34B8E00CEA3}">
      <dgm:prSet/>
      <dgm:spPr/>
      <dgm:t>
        <a:bodyPr/>
        <a:lstStyle/>
        <a:p>
          <a:pPr>
            <a:defRPr b="1"/>
          </a:pPr>
          <a:r>
            <a:rPr lang="es-ES" noProof="0" dirty="0"/>
            <a:t>Objetivos específicos:</a:t>
          </a:r>
        </a:p>
      </dgm:t>
    </dgm:pt>
    <dgm:pt modelId="{B28D7C2D-7EB4-44DC-9E19-05FDE25D723B}" type="parTrans" cxnId="{62FE940B-3064-4B3F-B855-88621CD08CB3}">
      <dgm:prSet/>
      <dgm:spPr/>
      <dgm:t>
        <a:bodyPr/>
        <a:lstStyle/>
        <a:p>
          <a:endParaRPr lang="en-US"/>
        </a:p>
      </dgm:t>
    </dgm:pt>
    <dgm:pt modelId="{8DB2C38F-5C81-484A-BAB8-47F426B862BA}" type="sibTrans" cxnId="{62FE940B-3064-4B3F-B855-88621CD08CB3}">
      <dgm:prSet/>
      <dgm:spPr/>
      <dgm:t>
        <a:bodyPr/>
        <a:lstStyle/>
        <a:p>
          <a:endParaRPr lang="en-US"/>
        </a:p>
      </dgm:t>
    </dgm:pt>
    <dgm:pt modelId="{1F389C28-A9F2-4B5B-9D01-A46DA3C51CBA}">
      <dgm:prSet/>
      <dgm:spPr/>
      <dgm:t>
        <a:bodyPr/>
        <a:lstStyle/>
        <a:p>
          <a:r>
            <a:rPr lang="es-ES" noProof="0" dirty="0"/>
            <a:t>Implementar un sistema de autenticación y autorización con múltiples roles de usuario</a:t>
          </a:r>
        </a:p>
      </dgm:t>
    </dgm:pt>
    <dgm:pt modelId="{ADA05CE9-0ACB-49D0-97FF-D65AE5891DB4}" type="parTrans" cxnId="{9B9BA592-4E14-4415-BBD5-3EEB5452DDB3}">
      <dgm:prSet/>
      <dgm:spPr/>
      <dgm:t>
        <a:bodyPr/>
        <a:lstStyle/>
        <a:p>
          <a:endParaRPr lang="en-US"/>
        </a:p>
      </dgm:t>
    </dgm:pt>
    <dgm:pt modelId="{12C1F41C-F44A-479F-8B9C-FC94485EE829}" type="sibTrans" cxnId="{9B9BA592-4E14-4415-BBD5-3EEB5452DDB3}">
      <dgm:prSet/>
      <dgm:spPr/>
      <dgm:t>
        <a:bodyPr/>
        <a:lstStyle/>
        <a:p>
          <a:endParaRPr lang="en-US"/>
        </a:p>
      </dgm:t>
    </dgm:pt>
    <dgm:pt modelId="{C9A78A52-7870-4ECF-9D57-AD13D9E87F61}">
      <dgm:prSet/>
      <dgm:spPr/>
      <dgm:t>
        <a:bodyPr/>
        <a:lstStyle/>
        <a:p>
          <a:r>
            <a:rPr lang="es-ES" noProof="0" dirty="0"/>
            <a:t>Crear un catálogo de productos dinámico con capacidades de búsqueda y filtrado avanzadas</a:t>
          </a:r>
        </a:p>
      </dgm:t>
    </dgm:pt>
    <dgm:pt modelId="{1200F87D-7CC1-4A1E-957B-A98A520873B6}" type="parTrans" cxnId="{C2D2384C-1E21-40A1-A624-6696CAE8FAB2}">
      <dgm:prSet/>
      <dgm:spPr/>
      <dgm:t>
        <a:bodyPr/>
        <a:lstStyle/>
        <a:p>
          <a:endParaRPr lang="en-US"/>
        </a:p>
      </dgm:t>
    </dgm:pt>
    <dgm:pt modelId="{4287B8F0-B9FA-4DED-BEB9-C41F0307E0C5}" type="sibTrans" cxnId="{C2D2384C-1E21-40A1-A624-6696CAE8FAB2}">
      <dgm:prSet/>
      <dgm:spPr/>
      <dgm:t>
        <a:bodyPr/>
        <a:lstStyle/>
        <a:p>
          <a:endParaRPr lang="en-US"/>
        </a:p>
      </dgm:t>
    </dgm:pt>
    <dgm:pt modelId="{F08AC49C-87A0-4C1A-A036-A0CEE26D1C06}">
      <dgm:prSet/>
      <dgm:spPr/>
      <dgm:t>
        <a:bodyPr/>
        <a:lstStyle/>
        <a:p>
          <a:r>
            <a:rPr lang="es-ES" noProof="0" dirty="0"/>
            <a:t>Desarrollar un blog integrado para educación y marketing de contenidos</a:t>
          </a:r>
        </a:p>
      </dgm:t>
    </dgm:pt>
    <dgm:pt modelId="{EF29BAEF-963C-4F6B-91A2-6238CF713FAC}" type="parTrans" cxnId="{F9B6A1E3-13AF-460F-BB92-E114418EFA57}">
      <dgm:prSet/>
      <dgm:spPr/>
      <dgm:t>
        <a:bodyPr/>
        <a:lstStyle/>
        <a:p>
          <a:endParaRPr lang="en-US"/>
        </a:p>
      </dgm:t>
    </dgm:pt>
    <dgm:pt modelId="{715206B8-C1E3-4089-9E3C-B23C64315CF6}" type="sibTrans" cxnId="{F9B6A1E3-13AF-460F-BB92-E114418EFA57}">
      <dgm:prSet/>
      <dgm:spPr/>
      <dgm:t>
        <a:bodyPr/>
        <a:lstStyle/>
        <a:p>
          <a:endParaRPr lang="en-US"/>
        </a:p>
      </dgm:t>
    </dgm:pt>
    <dgm:pt modelId="{33312CD8-E0FC-4354-89B0-3DB872273EDC}">
      <dgm:prSet/>
      <dgm:spPr/>
      <dgm:t>
        <a:bodyPr/>
        <a:lstStyle/>
        <a:p>
          <a:r>
            <a:rPr lang="es-ES" noProof="0" dirty="0"/>
            <a:t>Establecer una arquitectura de tres capas que garantice mantenibilidad y escalabilidad</a:t>
          </a:r>
        </a:p>
      </dgm:t>
    </dgm:pt>
    <dgm:pt modelId="{37E02A28-E92C-414E-975D-B3FF793B3D18}" type="parTrans" cxnId="{230EA54B-C7B1-4F72-A290-5A52B97A895F}">
      <dgm:prSet/>
      <dgm:spPr/>
      <dgm:t>
        <a:bodyPr/>
        <a:lstStyle/>
        <a:p>
          <a:endParaRPr lang="en-US"/>
        </a:p>
      </dgm:t>
    </dgm:pt>
    <dgm:pt modelId="{CA576C5E-B216-466E-BBAC-36720762956C}" type="sibTrans" cxnId="{230EA54B-C7B1-4F72-A290-5A52B97A895F}">
      <dgm:prSet/>
      <dgm:spPr/>
      <dgm:t>
        <a:bodyPr/>
        <a:lstStyle/>
        <a:p>
          <a:endParaRPr lang="en-US"/>
        </a:p>
      </dgm:t>
    </dgm:pt>
    <dgm:pt modelId="{AC7CD00E-70FD-46C5-942B-04578E2AB952}">
      <dgm:prSet/>
      <dgm:spPr/>
      <dgm:t>
        <a:bodyPr/>
        <a:lstStyle/>
        <a:p>
          <a:r>
            <a:rPr lang="es-ES" noProof="0" dirty="0"/>
            <a:t>Implementar patrones de diseño que faciliten futuras expansiones del sistema</a:t>
          </a:r>
        </a:p>
      </dgm:t>
    </dgm:pt>
    <dgm:pt modelId="{2493F52B-6FB7-4938-9FEF-1AF4C1250603}" type="parTrans" cxnId="{118142D6-0436-4FA0-9758-24EFE306D25D}">
      <dgm:prSet/>
      <dgm:spPr/>
      <dgm:t>
        <a:bodyPr/>
        <a:lstStyle/>
        <a:p>
          <a:endParaRPr lang="en-US"/>
        </a:p>
      </dgm:t>
    </dgm:pt>
    <dgm:pt modelId="{E85B04F4-0437-47DA-8519-9E197885DE48}" type="sibTrans" cxnId="{118142D6-0436-4FA0-9758-24EFE306D25D}">
      <dgm:prSet/>
      <dgm:spPr/>
      <dgm:t>
        <a:bodyPr/>
        <a:lstStyle/>
        <a:p>
          <a:endParaRPr lang="en-US"/>
        </a:p>
      </dgm:t>
    </dgm:pt>
    <dgm:pt modelId="{CBFA0861-BE74-4D82-98FC-1E9DAC7A0460}">
      <dgm:prSet/>
      <dgm:spPr/>
      <dgm:t>
        <a:bodyPr/>
        <a:lstStyle/>
        <a:p>
          <a:r>
            <a:rPr lang="es-ES" noProof="0" dirty="0"/>
            <a:t>Asegurar una experiencia de usuario fluida y responsive en todos los dispositivos</a:t>
          </a:r>
        </a:p>
      </dgm:t>
    </dgm:pt>
    <dgm:pt modelId="{BBC9BC87-5993-44A6-B8C3-F8092C10ECE4}" type="parTrans" cxnId="{7DF3014A-4841-431B-85BD-6E452B7C88BA}">
      <dgm:prSet/>
      <dgm:spPr/>
      <dgm:t>
        <a:bodyPr/>
        <a:lstStyle/>
        <a:p>
          <a:endParaRPr lang="en-US"/>
        </a:p>
      </dgm:t>
    </dgm:pt>
    <dgm:pt modelId="{1C6FA1BE-F2BA-43DD-9521-A6FDDFEC4A04}" type="sibTrans" cxnId="{7DF3014A-4841-431B-85BD-6E452B7C88BA}">
      <dgm:prSet/>
      <dgm:spPr/>
      <dgm:t>
        <a:bodyPr/>
        <a:lstStyle/>
        <a:p>
          <a:endParaRPr lang="en-US"/>
        </a:p>
      </dgm:t>
    </dgm:pt>
    <dgm:pt modelId="{7B96672C-3B58-4885-8412-1F4697DF1833}" type="pres">
      <dgm:prSet presAssocID="{8A7988B9-556A-43D5-81A8-BFE2B46BD3C0}" presName="linear" presStyleCnt="0">
        <dgm:presLayoutVars>
          <dgm:dir/>
          <dgm:animLvl val="lvl"/>
          <dgm:resizeHandles val="exact"/>
        </dgm:presLayoutVars>
      </dgm:prSet>
      <dgm:spPr/>
    </dgm:pt>
    <dgm:pt modelId="{576579C6-7A4C-44D7-846D-4DBA6F814447}" type="pres">
      <dgm:prSet presAssocID="{F0413D4A-BE1B-4A21-B848-5F4C5F58A042}" presName="parentLin" presStyleCnt="0"/>
      <dgm:spPr/>
    </dgm:pt>
    <dgm:pt modelId="{F3102CF1-C887-4F56-A676-D2496AB51EBE}" type="pres">
      <dgm:prSet presAssocID="{F0413D4A-BE1B-4A21-B848-5F4C5F58A042}" presName="parentLeftMargin" presStyleLbl="node1" presStyleIdx="0" presStyleCnt="2"/>
      <dgm:spPr/>
    </dgm:pt>
    <dgm:pt modelId="{A0CA1AB3-6B6F-431E-B229-BDCC39063B8A}" type="pres">
      <dgm:prSet presAssocID="{F0413D4A-BE1B-4A21-B848-5F4C5F58A0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55A6E46-F316-40AB-946D-276EF04F8C6C}" type="pres">
      <dgm:prSet presAssocID="{F0413D4A-BE1B-4A21-B848-5F4C5F58A042}" presName="negativeSpace" presStyleCnt="0"/>
      <dgm:spPr/>
    </dgm:pt>
    <dgm:pt modelId="{C9FFDF89-CC3C-4A4E-9788-692B9C9B265F}" type="pres">
      <dgm:prSet presAssocID="{F0413D4A-BE1B-4A21-B848-5F4C5F58A042}" presName="childText" presStyleLbl="conFgAcc1" presStyleIdx="0" presStyleCnt="2">
        <dgm:presLayoutVars>
          <dgm:bulletEnabled val="1"/>
        </dgm:presLayoutVars>
      </dgm:prSet>
      <dgm:spPr/>
    </dgm:pt>
    <dgm:pt modelId="{E2BFC71C-B7A4-4D87-ABD7-70429157D7E0}" type="pres">
      <dgm:prSet presAssocID="{9AC4B3C1-91C7-4E4C-BA89-402E87B93F4A}" presName="spaceBetweenRectangles" presStyleCnt="0"/>
      <dgm:spPr/>
    </dgm:pt>
    <dgm:pt modelId="{FE4BE8F4-830D-44F5-BB3A-3E12BA01D774}" type="pres">
      <dgm:prSet presAssocID="{F2726130-D594-4DBA-B866-C34B8E00CEA3}" presName="parentLin" presStyleCnt="0"/>
      <dgm:spPr/>
    </dgm:pt>
    <dgm:pt modelId="{DBC3D84A-1C07-4378-896C-AB8EB6846ABF}" type="pres">
      <dgm:prSet presAssocID="{F2726130-D594-4DBA-B866-C34B8E00CEA3}" presName="parentLeftMargin" presStyleLbl="node1" presStyleIdx="0" presStyleCnt="2"/>
      <dgm:spPr/>
    </dgm:pt>
    <dgm:pt modelId="{09CAE209-D62E-4725-AFC2-5B626E3D70BA}" type="pres">
      <dgm:prSet presAssocID="{F2726130-D594-4DBA-B866-C34B8E00CEA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3A3004C-951D-45F5-B68C-EFF08E55F118}" type="pres">
      <dgm:prSet presAssocID="{F2726130-D594-4DBA-B866-C34B8E00CEA3}" presName="negativeSpace" presStyleCnt="0"/>
      <dgm:spPr/>
    </dgm:pt>
    <dgm:pt modelId="{4CDEAA41-20EE-41D5-8652-6BB7BB7AC0DD}" type="pres">
      <dgm:prSet presAssocID="{F2726130-D594-4DBA-B866-C34B8E00CEA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759250A-AC3B-48D1-98C3-2414B566F66C}" type="presOf" srcId="{C9A78A52-7870-4ECF-9D57-AD13D9E87F61}" destId="{4CDEAA41-20EE-41D5-8652-6BB7BB7AC0DD}" srcOrd="0" destOrd="1" presId="urn:microsoft.com/office/officeart/2005/8/layout/list1"/>
    <dgm:cxn modelId="{62FE940B-3064-4B3F-B855-88621CD08CB3}" srcId="{8A7988B9-556A-43D5-81A8-BFE2B46BD3C0}" destId="{F2726130-D594-4DBA-B866-C34B8E00CEA3}" srcOrd="1" destOrd="0" parTransId="{B28D7C2D-7EB4-44DC-9E19-05FDE25D723B}" sibTransId="{8DB2C38F-5C81-484A-BAB8-47F426B862BA}"/>
    <dgm:cxn modelId="{50A11825-002D-4A18-846B-E6A8BD3AA0FD}" type="presOf" srcId="{F0413D4A-BE1B-4A21-B848-5F4C5F58A042}" destId="{F3102CF1-C887-4F56-A676-D2496AB51EBE}" srcOrd="0" destOrd="0" presId="urn:microsoft.com/office/officeart/2005/8/layout/list1"/>
    <dgm:cxn modelId="{DD280827-9FE6-4702-B251-CA022BB8AD00}" type="presOf" srcId="{F08AC49C-87A0-4C1A-A036-A0CEE26D1C06}" destId="{4CDEAA41-20EE-41D5-8652-6BB7BB7AC0DD}" srcOrd="0" destOrd="2" presId="urn:microsoft.com/office/officeart/2005/8/layout/list1"/>
    <dgm:cxn modelId="{6D08A165-AD10-4514-8BAA-E2960341F806}" srcId="{8A7988B9-556A-43D5-81A8-BFE2B46BD3C0}" destId="{F0413D4A-BE1B-4A21-B848-5F4C5F58A042}" srcOrd="0" destOrd="0" parTransId="{1F8BEFA7-805E-438C-906F-185AB5DAB614}" sibTransId="{9AC4B3C1-91C7-4E4C-BA89-402E87B93F4A}"/>
    <dgm:cxn modelId="{3BDC5947-7DA4-4147-8F70-7FE1B6BD25BF}" type="presOf" srcId="{33312CD8-E0FC-4354-89B0-3DB872273EDC}" destId="{4CDEAA41-20EE-41D5-8652-6BB7BB7AC0DD}" srcOrd="0" destOrd="3" presId="urn:microsoft.com/office/officeart/2005/8/layout/list1"/>
    <dgm:cxn modelId="{7DF3014A-4841-431B-85BD-6E452B7C88BA}" srcId="{F2726130-D594-4DBA-B866-C34B8E00CEA3}" destId="{CBFA0861-BE74-4D82-98FC-1E9DAC7A0460}" srcOrd="5" destOrd="0" parTransId="{BBC9BC87-5993-44A6-B8C3-F8092C10ECE4}" sibTransId="{1C6FA1BE-F2BA-43DD-9521-A6FDDFEC4A04}"/>
    <dgm:cxn modelId="{230EA54B-C7B1-4F72-A290-5A52B97A895F}" srcId="{F2726130-D594-4DBA-B866-C34B8E00CEA3}" destId="{33312CD8-E0FC-4354-89B0-3DB872273EDC}" srcOrd="3" destOrd="0" parTransId="{37E02A28-E92C-414E-975D-B3FF793B3D18}" sibTransId="{CA576C5E-B216-466E-BBAC-36720762956C}"/>
    <dgm:cxn modelId="{C2D2384C-1E21-40A1-A624-6696CAE8FAB2}" srcId="{F2726130-D594-4DBA-B866-C34B8E00CEA3}" destId="{C9A78A52-7870-4ECF-9D57-AD13D9E87F61}" srcOrd="1" destOrd="0" parTransId="{1200F87D-7CC1-4A1E-957B-A98A520873B6}" sibTransId="{4287B8F0-B9FA-4DED-BEB9-C41F0307E0C5}"/>
    <dgm:cxn modelId="{FA0E1C56-AE8E-4541-9DDB-F6653B48A7DE}" type="presOf" srcId="{F2726130-D594-4DBA-B866-C34B8E00CEA3}" destId="{DBC3D84A-1C07-4378-896C-AB8EB6846ABF}" srcOrd="0" destOrd="0" presId="urn:microsoft.com/office/officeart/2005/8/layout/list1"/>
    <dgm:cxn modelId="{C96ACD87-B26C-46FC-A8E1-8A412B0E8DED}" type="presOf" srcId="{F2726130-D594-4DBA-B866-C34B8E00CEA3}" destId="{09CAE209-D62E-4725-AFC2-5B626E3D70BA}" srcOrd="1" destOrd="0" presId="urn:microsoft.com/office/officeart/2005/8/layout/list1"/>
    <dgm:cxn modelId="{AE1BE98F-26D5-4C2A-82BB-54302C45358E}" type="presOf" srcId="{1F389C28-A9F2-4B5B-9D01-A46DA3C51CBA}" destId="{4CDEAA41-20EE-41D5-8652-6BB7BB7AC0DD}" srcOrd="0" destOrd="0" presId="urn:microsoft.com/office/officeart/2005/8/layout/list1"/>
    <dgm:cxn modelId="{9B9BA592-4E14-4415-BBD5-3EEB5452DDB3}" srcId="{F2726130-D594-4DBA-B866-C34B8E00CEA3}" destId="{1F389C28-A9F2-4B5B-9D01-A46DA3C51CBA}" srcOrd="0" destOrd="0" parTransId="{ADA05CE9-0ACB-49D0-97FF-D65AE5891DB4}" sibTransId="{12C1F41C-F44A-479F-8B9C-FC94485EE829}"/>
    <dgm:cxn modelId="{616B4CA3-FE5E-4ECE-80FB-F6B9F41FD656}" type="presOf" srcId="{CBFA0861-BE74-4D82-98FC-1E9DAC7A0460}" destId="{4CDEAA41-20EE-41D5-8652-6BB7BB7AC0DD}" srcOrd="0" destOrd="5" presId="urn:microsoft.com/office/officeart/2005/8/layout/list1"/>
    <dgm:cxn modelId="{1DD6DFB0-73AA-4E33-BBEE-ABB0B4B67076}" type="presOf" srcId="{8A7988B9-556A-43D5-81A8-BFE2B46BD3C0}" destId="{7B96672C-3B58-4885-8412-1F4697DF1833}" srcOrd="0" destOrd="0" presId="urn:microsoft.com/office/officeart/2005/8/layout/list1"/>
    <dgm:cxn modelId="{06D4AFC0-20A2-407C-A415-75F0E4264DC5}" srcId="{F0413D4A-BE1B-4A21-B848-5F4C5F58A042}" destId="{EB3C8BF6-E43E-40AB-BE26-D3495672F9DD}" srcOrd="0" destOrd="0" parTransId="{03B2E724-9C53-404C-AFD5-CF6C767F9264}" sibTransId="{33EE758B-CC54-49D0-9C7D-CEB3B1E27845}"/>
    <dgm:cxn modelId="{118142D6-0436-4FA0-9758-24EFE306D25D}" srcId="{F2726130-D594-4DBA-B866-C34B8E00CEA3}" destId="{AC7CD00E-70FD-46C5-942B-04578E2AB952}" srcOrd="4" destOrd="0" parTransId="{2493F52B-6FB7-4938-9FEF-1AF4C1250603}" sibTransId="{E85B04F4-0437-47DA-8519-9E197885DE48}"/>
    <dgm:cxn modelId="{F12CEAD9-1A15-4409-88B0-C81EA0197C87}" type="presOf" srcId="{AC7CD00E-70FD-46C5-942B-04578E2AB952}" destId="{4CDEAA41-20EE-41D5-8652-6BB7BB7AC0DD}" srcOrd="0" destOrd="4" presId="urn:microsoft.com/office/officeart/2005/8/layout/list1"/>
    <dgm:cxn modelId="{4E2043DE-4FF2-42B9-8EDA-CFCF9DEEE713}" type="presOf" srcId="{F0413D4A-BE1B-4A21-B848-5F4C5F58A042}" destId="{A0CA1AB3-6B6F-431E-B229-BDCC39063B8A}" srcOrd="1" destOrd="0" presId="urn:microsoft.com/office/officeart/2005/8/layout/list1"/>
    <dgm:cxn modelId="{F9B6A1E3-13AF-460F-BB92-E114418EFA57}" srcId="{F2726130-D594-4DBA-B866-C34B8E00CEA3}" destId="{F08AC49C-87A0-4C1A-A036-A0CEE26D1C06}" srcOrd="2" destOrd="0" parTransId="{EF29BAEF-963C-4F6B-91A2-6238CF713FAC}" sibTransId="{715206B8-C1E3-4089-9E3C-B23C64315CF6}"/>
    <dgm:cxn modelId="{4C4827F4-07D3-4458-A598-4057E1786365}" type="presOf" srcId="{EB3C8BF6-E43E-40AB-BE26-D3495672F9DD}" destId="{C9FFDF89-CC3C-4A4E-9788-692B9C9B265F}" srcOrd="0" destOrd="0" presId="urn:microsoft.com/office/officeart/2005/8/layout/list1"/>
    <dgm:cxn modelId="{617BF49F-FB3A-405C-8E3C-9A069258C1B2}" type="presParOf" srcId="{7B96672C-3B58-4885-8412-1F4697DF1833}" destId="{576579C6-7A4C-44D7-846D-4DBA6F814447}" srcOrd="0" destOrd="0" presId="urn:microsoft.com/office/officeart/2005/8/layout/list1"/>
    <dgm:cxn modelId="{0F76CF9E-3459-4E56-81E4-C9CF0E605D7B}" type="presParOf" srcId="{576579C6-7A4C-44D7-846D-4DBA6F814447}" destId="{F3102CF1-C887-4F56-A676-D2496AB51EBE}" srcOrd="0" destOrd="0" presId="urn:microsoft.com/office/officeart/2005/8/layout/list1"/>
    <dgm:cxn modelId="{C666B16D-961F-4581-8BF9-43FF953CE780}" type="presParOf" srcId="{576579C6-7A4C-44D7-846D-4DBA6F814447}" destId="{A0CA1AB3-6B6F-431E-B229-BDCC39063B8A}" srcOrd="1" destOrd="0" presId="urn:microsoft.com/office/officeart/2005/8/layout/list1"/>
    <dgm:cxn modelId="{6642371F-2F10-4B8D-A982-E9365FE6E4C8}" type="presParOf" srcId="{7B96672C-3B58-4885-8412-1F4697DF1833}" destId="{F55A6E46-F316-40AB-946D-276EF04F8C6C}" srcOrd="1" destOrd="0" presId="urn:microsoft.com/office/officeart/2005/8/layout/list1"/>
    <dgm:cxn modelId="{00ED1FF5-31A6-457F-B840-3CE380CF2DD2}" type="presParOf" srcId="{7B96672C-3B58-4885-8412-1F4697DF1833}" destId="{C9FFDF89-CC3C-4A4E-9788-692B9C9B265F}" srcOrd="2" destOrd="0" presId="urn:microsoft.com/office/officeart/2005/8/layout/list1"/>
    <dgm:cxn modelId="{E882983C-F488-427C-9CB2-39AF9E7F3776}" type="presParOf" srcId="{7B96672C-3B58-4885-8412-1F4697DF1833}" destId="{E2BFC71C-B7A4-4D87-ABD7-70429157D7E0}" srcOrd="3" destOrd="0" presId="urn:microsoft.com/office/officeart/2005/8/layout/list1"/>
    <dgm:cxn modelId="{8B25E49A-64CE-4831-8CDD-3DB4DB6714B8}" type="presParOf" srcId="{7B96672C-3B58-4885-8412-1F4697DF1833}" destId="{FE4BE8F4-830D-44F5-BB3A-3E12BA01D774}" srcOrd="4" destOrd="0" presId="urn:microsoft.com/office/officeart/2005/8/layout/list1"/>
    <dgm:cxn modelId="{D915B78E-3C33-4BF7-A7A9-06690E1E6A66}" type="presParOf" srcId="{FE4BE8F4-830D-44F5-BB3A-3E12BA01D774}" destId="{DBC3D84A-1C07-4378-896C-AB8EB6846ABF}" srcOrd="0" destOrd="0" presId="urn:microsoft.com/office/officeart/2005/8/layout/list1"/>
    <dgm:cxn modelId="{47A671DB-FB08-4D89-8A1B-06172F780164}" type="presParOf" srcId="{FE4BE8F4-830D-44F5-BB3A-3E12BA01D774}" destId="{09CAE209-D62E-4725-AFC2-5B626E3D70BA}" srcOrd="1" destOrd="0" presId="urn:microsoft.com/office/officeart/2005/8/layout/list1"/>
    <dgm:cxn modelId="{3A94655E-491E-4E98-9442-4FE2CEE11A79}" type="presParOf" srcId="{7B96672C-3B58-4885-8412-1F4697DF1833}" destId="{53A3004C-951D-45F5-B68C-EFF08E55F118}" srcOrd="5" destOrd="0" presId="urn:microsoft.com/office/officeart/2005/8/layout/list1"/>
    <dgm:cxn modelId="{9BB3AAB2-4AD2-4576-89C2-D6D37840806D}" type="presParOf" srcId="{7B96672C-3B58-4885-8412-1F4697DF1833}" destId="{4CDEAA41-20EE-41D5-8652-6BB7BB7AC0D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CD0D2F-475A-4F51-A0F2-F29227128220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7A02232-F7AF-497B-89A4-FB250ADB2E0B}">
      <dgm:prSet/>
      <dgm:spPr/>
      <dgm:t>
        <a:bodyPr/>
        <a:lstStyle/>
        <a:p>
          <a:r>
            <a:rPr lang="es-ES" noProof="0" dirty="0"/>
            <a:t>Visión del Producto: Plataforma líder en comercialización de fragancias premium con experiencia de usuario excepcional.</a:t>
          </a:r>
        </a:p>
      </dgm:t>
    </dgm:pt>
    <dgm:pt modelId="{A557ED53-73F3-4687-AA27-9B456A3317A6}" type="parTrans" cxnId="{1D2187BA-EB39-42D1-8C31-9EEE0797BF85}">
      <dgm:prSet/>
      <dgm:spPr/>
      <dgm:t>
        <a:bodyPr/>
        <a:lstStyle/>
        <a:p>
          <a:endParaRPr lang="en-US"/>
        </a:p>
      </dgm:t>
    </dgm:pt>
    <dgm:pt modelId="{1A6FCA33-EBDE-45C2-8CC0-89171CDE78FC}" type="sibTrans" cxnId="{1D2187BA-EB39-42D1-8C31-9EEE0797BF85}">
      <dgm:prSet/>
      <dgm:spPr/>
      <dgm:t>
        <a:bodyPr/>
        <a:lstStyle/>
        <a:p>
          <a:endParaRPr lang="en-US"/>
        </a:p>
      </dgm:t>
    </dgm:pt>
    <dgm:pt modelId="{0C1622FF-AA90-4AAA-AC6A-FC8F63DFC727}">
      <dgm:prSet/>
      <dgm:spPr/>
      <dgm:t>
        <a:bodyPr/>
        <a:lstStyle/>
        <a:p>
          <a:r>
            <a:rPr lang="es-ES" noProof="0" dirty="0" err="1"/>
            <a:t>Product</a:t>
          </a:r>
          <a:r>
            <a:rPr lang="es-ES" noProof="0" dirty="0"/>
            <a:t> Backlog: Funcionalidades priorizadas incluyendo autenticación, catálogo, blog, administración y optimizaciones.</a:t>
          </a:r>
        </a:p>
      </dgm:t>
    </dgm:pt>
    <dgm:pt modelId="{5C5879B1-8A8A-4B78-83A5-C9D830C0CD5F}" type="parTrans" cxnId="{25C72760-DE3D-40E6-B15F-BD39ED5FC25F}">
      <dgm:prSet/>
      <dgm:spPr/>
      <dgm:t>
        <a:bodyPr/>
        <a:lstStyle/>
        <a:p>
          <a:endParaRPr lang="en-US"/>
        </a:p>
      </dgm:t>
    </dgm:pt>
    <dgm:pt modelId="{53C61DCB-01EF-45AF-8A4A-B7A83F6EA57A}" type="sibTrans" cxnId="{25C72760-DE3D-40E6-B15F-BD39ED5FC25F}">
      <dgm:prSet/>
      <dgm:spPr/>
      <dgm:t>
        <a:bodyPr/>
        <a:lstStyle/>
        <a:p>
          <a:endParaRPr lang="en-US"/>
        </a:p>
      </dgm:t>
    </dgm:pt>
    <dgm:pt modelId="{F897957B-0B51-45CC-A9E6-2A5CB5C41040}">
      <dgm:prSet/>
      <dgm:spPr/>
      <dgm:t>
        <a:bodyPr/>
        <a:lstStyle/>
        <a:p>
          <a:r>
            <a:rPr lang="es-ES" noProof="0" dirty="0" err="1"/>
            <a:t>Sprints</a:t>
          </a:r>
          <a:r>
            <a:rPr lang="es-ES" noProof="0" dirty="0"/>
            <a:t> Implementados:</a:t>
          </a:r>
        </a:p>
      </dgm:t>
    </dgm:pt>
    <dgm:pt modelId="{041B6A24-465D-4BEF-B2F9-765D314B00D0}" type="parTrans" cxnId="{FED4955C-8129-4A75-8438-B961AC2B4C06}">
      <dgm:prSet/>
      <dgm:spPr/>
      <dgm:t>
        <a:bodyPr/>
        <a:lstStyle/>
        <a:p>
          <a:endParaRPr lang="en-US"/>
        </a:p>
      </dgm:t>
    </dgm:pt>
    <dgm:pt modelId="{AD0303E1-66EC-42C3-BBF9-ACC4739C890F}" type="sibTrans" cxnId="{FED4955C-8129-4A75-8438-B961AC2B4C06}">
      <dgm:prSet/>
      <dgm:spPr/>
      <dgm:t>
        <a:bodyPr/>
        <a:lstStyle/>
        <a:p>
          <a:endParaRPr lang="en-US"/>
        </a:p>
      </dgm:t>
    </dgm:pt>
    <dgm:pt modelId="{1C7AB3D1-6F96-49F3-918D-0EE372424BAA}">
      <dgm:prSet/>
      <dgm:spPr/>
      <dgm:t>
        <a:bodyPr/>
        <a:lstStyle/>
        <a:p>
          <a:r>
            <a:rPr lang="es-ES" noProof="0" dirty="0"/>
            <a:t>Sprint 1: Configuración del entorno y arquitectura base</a:t>
          </a:r>
        </a:p>
      </dgm:t>
    </dgm:pt>
    <dgm:pt modelId="{29C1CD50-640F-489D-80E4-EF2C15B0A219}" type="parTrans" cxnId="{0FCCA99D-0000-4104-A36F-716AE4333DC0}">
      <dgm:prSet/>
      <dgm:spPr/>
      <dgm:t>
        <a:bodyPr/>
        <a:lstStyle/>
        <a:p>
          <a:endParaRPr lang="en-US"/>
        </a:p>
      </dgm:t>
    </dgm:pt>
    <dgm:pt modelId="{14DF413E-BACB-4C15-B805-8759BB238F67}" type="sibTrans" cxnId="{0FCCA99D-0000-4104-A36F-716AE4333DC0}">
      <dgm:prSet/>
      <dgm:spPr/>
      <dgm:t>
        <a:bodyPr/>
        <a:lstStyle/>
        <a:p>
          <a:endParaRPr lang="en-US"/>
        </a:p>
      </dgm:t>
    </dgm:pt>
    <dgm:pt modelId="{6A1D499E-6645-470A-BA0A-2961AAD3CFFF}">
      <dgm:prSet/>
      <dgm:spPr/>
      <dgm:t>
        <a:bodyPr/>
        <a:lstStyle/>
        <a:p>
          <a:r>
            <a:rPr lang="es-ES" noProof="0" dirty="0"/>
            <a:t>Sprint 2: Sistema de autenticación y gestión de usuarios</a:t>
          </a:r>
        </a:p>
      </dgm:t>
    </dgm:pt>
    <dgm:pt modelId="{C619B3FE-EE62-432A-8DC7-EA2986CA9154}" type="parTrans" cxnId="{5DD81CE3-53FD-42C6-9628-5DCC710B8AA2}">
      <dgm:prSet/>
      <dgm:spPr/>
      <dgm:t>
        <a:bodyPr/>
        <a:lstStyle/>
        <a:p>
          <a:endParaRPr lang="en-US"/>
        </a:p>
      </dgm:t>
    </dgm:pt>
    <dgm:pt modelId="{4014D8CE-0C0C-4100-B014-852B7FE8BA74}" type="sibTrans" cxnId="{5DD81CE3-53FD-42C6-9628-5DCC710B8AA2}">
      <dgm:prSet/>
      <dgm:spPr/>
      <dgm:t>
        <a:bodyPr/>
        <a:lstStyle/>
        <a:p>
          <a:endParaRPr lang="en-US"/>
        </a:p>
      </dgm:t>
    </dgm:pt>
    <dgm:pt modelId="{DCE4BE2A-E35E-4CA2-AB1F-076D1865F4D0}">
      <dgm:prSet/>
      <dgm:spPr/>
      <dgm:t>
        <a:bodyPr/>
        <a:lstStyle/>
        <a:p>
          <a:r>
            <a:rPr lang="es-ES" noProof="0" dirty="0"/>
            <a:t>Sprint 3: Desarrollo del catálogo de productos y categorías</a:t>
          </a:r>
        </a:p>
      </dgm:t>
    </dgm:pt>
    <dgm:pt modelId="{EF523B4C-4522-4587-B447-D57CA0CA2DAC}" type="parTrans" cxnId="{74A814A8-97BE-4BDF-9338-4AF85FBDAC08}">
      <dgm:prSet/>
      <dgm:spPr/>
      <dgm:t>
        <a:bodyPr/>
        <a:lstStyle/>
        <a:p>
          <a:endParaRPr lang="en-US"/>
        </a:p>
      </dgm:t>
    </dgm:pt>
    <dgm:pt modelId="{BF95B569-8374-4230-8A68-6BAB83DEE8D6}" type="sibTrans" cxnId="{74A814A8-97BE-4BDF-9338-4AF85FBDAC08}">
      <dgm:prSet/>
      <dgm:spPr/>
      <dgm:t>
        <a:bodyPr/>
        <a:lstStyle/>
        <a:p>
          <a:endParaRPr lang="en-US"/>
        </a:p>
      </dgm:t>
    </dgm:pt>
    <dgm:pt modelId="{E20FE61C-03B1-46AE-AAFE-0E65C482123B}">
      <dgm:prSet/>
      <dgm:spPr/>
      <dgm:t>
        <a:bodyPr/>
        <a:lstStyle/>
        <a:p>
          <a:r>
            <a:rPr lang="es-ES" noProof="0" dirty="0"/>
            <a:t>Sprint 4: Implementación del blog y gestión de contenido</a:t>
          </a:r>
        </a:p>
      </dgm:t>
    </dgm:pt>
    <dgm:pt modelId="{D0784E9B-5E54-467E-BACD-3211B154B92C}" type="parTrans" cxnId="{3F06A3A7-42FD-4618-A322-E8617AD64AA4}">
      <dgm:prSet/>
      <dgm:spPr/>
      <dgm:t>
        <a:bodyPr/>
        <a:lstStyle/>
        <a:p>
          <a:endParaRPr lang="en-US"/>
        </a:p>
      </dgm:t>
    </dgm:pt>
    <dgm:pt modelId="{DADBFB44-4AA8-4522-B4FF-875E7D167A78}" type="sibTrans" cxnId="{3F06A3A7-42FD-4618-A322-E8617AD64AA4}">
      <dgm:prSet/>
      <dgm:spPr/>
      <dgm:t>
        <a:bodyPr/>
        <a:lstStyle/>
        <a:p>
          <a:endParaRPr lang="en-US"/>
        </a:p>
      </dgm:t>
    </dgm:pt>
    <dgm:pt modelId="{8C4D555B-53AA-43E9-A7C5-B86270A02D63}">
      <dgm:prSet/>
      <dgm:spPr/>
      <dgm:t>
        <a:bodyPr/>
        <a:lstStyle/>
        <a:p>
          <a:r>
            <a:rPr lang="es-ES" noProof="0" dirty="0"/>
            <a:t>Ceremonias Scrum:</a:t>
          </a:r>
        </a:p>
      </dgm:t>
    </dgm:pt>
    <dgm:pt modelId="{312AD821-0AD1-4EFA-A332-40DD802207E4}" type="parTrans" cxnId="{3D7299C7-B005-4A82-81C0-BA8CF835B0DB}">
      <dgm:prSet/>
      <dgm:spPr/>
      <dgm:t>
        <a:bodyPr/>
        <a:lstStyle/>
        <a:p>
          <a:endParaRPr lang="en-US"/>
        </a:p>
      </dgm:t>
    </dgm:pt>
    <dgm:pt modelId="{709C25A1-1310-4B9C-81ED-D74933D69A25}" type="sibTrans" cxnId="{3D7299C7-B005-4A82-81C0-BA8CF835B0DB}">
      <dgm:prSet/>
      <dgm:spPr/>
      <dgm:t>
        <a:bodyPr/>
        <a:lstStyle/>
        <a:p>
          <a:endParaRPr lang="en-US"/>
        </a:p>
      </dgm:t>
    </dgm:pt>
    <dgm:pt modelId="{215E5713-086A-4E9E-BDEE-BADF016BB240}">
      <dgm:prSet/>
      <dgm:spPr/>
      <dgm:t>
        <a:bodyPr/>
        <a:lstStyle/>
        <a:p>
          <a:r>
            <a:rPr lang="es-ES" noProof="0" dirty="0"/>
            <a:t>Sprint </a:t>
          </a:r>
          <a:r>
            <a:rPr lang="es-ES" noProof="0" dirty="0" err="1"/>
            <a:t>Planning</a:t>
          </a:r>
          <a:r>
            <a:rPr lang="es-ES" noProof="0" dirty="0"/>
            <a:t>: Definición de objetivos y selección de historias de usuario</a:t>
          </a:r>
        </a:p>
      </dgm:t>
    </dgm:pt>
    <dgm:pt modelId="{045E2B27-C44F-4426-998C-26E139334AC7}" type="parTrans" cxnId="{D1A6B24C-824F-49A8-A670-05903CE9E549}">
      <dgm:prSet/>
      <dgm:spPr/>
      <dgm:t>
        <a:bodyPr/>
        <a:lstStyle/>
        <a:p>
          <a:endParaRPr lang="en-US"/>
        </a:p>
      </dgm:t>
    </dgm:pt>
    <dgm:pt modelId="{32FA8BE7-12F8-4F2C-A692-C8E78BB51C29}" type="sibTrans" cxnId="{D1A6B24C-824F-49A8-A670-05903CE9E549}">
      <dgm:prSet/>
      <dgm:spPr/>
      <dgm:t>
        <a:bodyPr/>
        <a:lstStyle/>
        <a:p>
          <a:endParaRPr lang="en-US"/>
        </a:p>
      </dgm:t>
    </dgm:pt>
    <dgm:pt modelId="{0EC7D39C-10BB-4DBC-B385-45C100351875}">
      <dgm:prSet/>
      <dgm:spPr/>
      <dgm:t>
        <a:bodyPr/>
        <a:lstStyle/>
        <a:p>
          <a:r>
            <a:rPr lang="es-ES" noProof="0" dirty="0" err="1"/>
            <a:t>Daily</a:t>
          </a:r>
          <a:r>
            <a:rPr lang="es-ES" noProof="0" dirty="0"/>
            <a:t> Stand-ups: Seguimiento diario del progreso y resolución de impedimentos</a:t>
          </a:r>
        </a:p>
      </dgm:t>
    </dgm:pt>
    <dgm:pt modelId="{704EA91F-BFB1-4B1D-96DD-EFADF7F7AFF0}" type="parTrans" cxnId="{07549249-8801-4273-A45F-FDAE9F75B840}">
      <dgm:prSet/>
      <dgm:spPr/>
      <dgm:t>
        <a:bodyPr/>
        <a:lstStyle/>
        <a:p>
          <a:endParaRPr lang="en-US"/>
        </a:p>
      </dgm:t>
    </dgm:pt>
    <dgm:pt modelId="{C36B992D-C8B1-4E2F-9F69-6F4A78850EC1}" type="sibTrans" cxnId="{07549249-8801-4273-A45F-FDAE9F75B840}">
      <dgm:prSet/>
      <dgm:spPr/>
      <dgm:t>
        <a:bodyPr/>
        <a:lstStyle/>
        <a:p>
          <a:endParaRPr lang="en-US"/>
        </a:p>
      </dgm:t>
    </dgm:pt>
    <dgm:pt modelId="{90B73C4B-4C53-4257-B98E-7FE1B34678C7}">
      <dgm:prSet/>
      <dgm:spPr/>
      <dgm:t>
        <a:bodyPr/>
        <a:lstStyle/>
        <a:p>
          <a:r>
            <a:rPr lang="es-ES" noProof="0" dirty="0"/>
            <a:t>Sprint </a:t>
          </a:r>
          <a:r>
            <a:rPr lang="es-ES" noProof="0" dirty="0" err="1"/>
            <a:t>Review</a:t>
          </a:r>
          <a:r>
            <a:rPr lang="es-ES" noProof="0" dirty="0"/>
            <a:t>: Demostración de funcionalidades completadas</a:t>
          </a:r>
        </a:p>
      </dgm:t>
    </dgm:pt>
    <dgm:pt modelId="{F21FD033-04D8-47A9-A75A-FDCED544096F}" type="parTrans" cxnId="{1C28A8B7-B567-4E67-9996-86DD52D4E20E}">
      <dgm:prSet/>
      <dgm:spPr/>
      <dgm:t>
        <a:bodyPr/>
        <a:lstStyle/>
        <a:p>
          <a:endParaRPr lang="en-US"/>
        </a:p>
      </dgm:t>
    </dgm:pt>
    <dgm:pt modelId="{1DDD6ECF-2527-412B-B507-E50399F07CFF}" type="sibTrans" cxnId="{1C28A8B7-B567-4E67-9996-86DD52D4E20E}">
      <dgm:prSet/>
      <dgm:spPr/>
      <dgm:t>
        <a:bodyPr/>
        <a:lstStyle/>
        <a:p>
          <a:endParaRPr lang="en-US"/>
        </a:p>
      </dgm:t>
    </dgm:pt>
    <dgm:pt modelId="{BE2B9578-7ECD-42C9-968A-23B60D4AE29C}">
      <dgm:prSet/>
      <dgm:spPr/>
      <dgm:t>
        <a:bodyPr/>
        <a:lstStyle/>
        <a:p>
          <a:r>
            <a:rPr lang="es-ES" noProof="0" dirty="0"/>
            <a:t>Sprint Retrospective: Mejora continua del proceso de desarrollo</a:t>
          </a:r>
        </a:p>
      </dgm:t>
    </dgm:pt>
    <dgm:pt modelId="{D4B7B30E-B93C-4CAC-BB78-C515573FC343}" type="parTrans" cxnId="{E7BC5ADD-F3D1-44E1-A802-5E239B3308A6}">
      <dgm:prSet/>
      <dgm:spPr/>
      <dgm:t>
        <a:bodyPr/>
        <a:lstStyle/>
        <a:p>
          <a:endParaRPr lang="en-US"/>
        </a:p>
      </dgm:t>
    </dgm:pt>
    <dgm:pt modelId="{AC217684-3DF5-486A-A2CE-E41EE0482335}" type="sibTrans" cxnId="{E7BC5ADD-F3D1-44E1-A802-5E239B3308A6}">
      <dgm:prSet/>
      <dgm:spPr/>
      <dgm:t>
        <a:bodyPr/>
        <a:lstStyle/>
        <a:p>
          <a:endParaRPr lang="en-US"/>
        </a:p>
      </dgm:t>
    </dgm:pt>
    <dgm:pt modelId="{2A9D4EA4-4EC4-4EE0-8E60-8A9CB3FF678B}" type="pres">
      <dgm:prSet presAssocID="{65CD0D2F-475A-4F51-A0F2-F29227128220}" presName="Name0" presStyleCnt="0">
        <dgm:presLayoutVars>
          <dgm:dir/>
          <dgm:animLvl val="lvl"/>
          <dgm:resizeHandles val="exact"/>
        </dgm:presLayoutVars>
      </dgm:prSet>
      <dgm:spPr/>
    </dgm:pt>
    <dgm:pt modelId="{A99CE3B3-F111-45EB-909A-831EB3C15CF6}" type="pres">
      <dgm:prSet presAssocID="{8C4D555B-53AA-43E9-A7C5-B86270A02D63}" presName="boxAndChildren" presStyleCnt="0"/>
      <dgm:spPr/>
    </dgm:pt>
    <dgm:pt modelId="{AE18FE0C-0CA1-4020-A703-06D4BD6BAA45}" type="pres">
      <dgm:prSet presAssocID="{8C4D555B-53AA-43E9-A7C5-B86270A02D63}" presName="parentTextBox" presStyleLbl="node1" presStyleIdx="0" presStyleCnt="4"/>
      <dgm:spPr/>
    </dgm:pt>
    <dgm:pt modelId="{CC22DE2F-6D19-4DCE-ABBD-7A399900CC4B}" type="pres">
      <dgm:prSet presAssocID="{8C4D555B-53AA-43E9-A7C5-B86270A02D63}" presName="entireBox" presStyleLbl="node1" presStyleIdx="0" presStyleCnt="4"/>
      <dgm:spPr/>
    </dgm:pt>
    <dgm:pt modelId="{FAD34BDA-3481-4DCF-BCE4-79E5DCCDDBE0}" type="pres">
      <dgm:prSet presAssocID="{8C4D555B-53AA-43E9-A7C5-B86270A02D63}" presName="descendantBox" presStyleCnt="0"/>
      <dgm:spPr/>
    </dgm:pt>
    <dgm:pt modelId="{FB4D8FB0-5F95-4005-A9E3-30AC6742B51D}" type="pres">
      <dgm:prSet presAssocID="{215E5713-086A-4E9E-BDEE-BADF016BB240}" presName="childTextBox" presStyleLbl="fgAccFollowNode1" presStyleIdx="0" presStyleCnt="8">
        <dgm:presLayoutVars>
          <dgm:bulletEnabled val="1"/>
        </dgm:presLayoutVars>
      </dgm:prSet>
      <dgm:spPr/>
    </dgm:pt>
    <dgm:pt modelId="{3CC63066-053C-4550-831A-EE50F4508303}" type="pres">
      <dgm:prSet presAssocID="{0EC7D39C-10BB-4DBC-B385-45C100351875}" presName="childTextBox" presStyleLbl="fgAccFollowNode1" presStyleIdx="1" presStyleCnt="8">
        <dgm:presLayoutVars>
          <dgm:bulletEnabled val="1"/>
        </dgm:presLayoutVars>
      </dgm:prSet>
      <dgm:spPr/>
    </dgm:pt>
    <dgm:pt modelId="{C1F1CA8B-6F2E-4ED5-A896-B02184C2334B}" type="pres">
      <dgm:prSet presAssocID="{90B73C4B-4C53-4257-B98E-7FE1B34678C7}" presName="childTextBox" presStyleLbl="fgAccFollowNode1" presStyleIdx="2" presStyleCnt="8">
        <dgm:presLayoutVars>
          <dgm:bulletEnabled val="1"/>
        </dgm:presLayoutVars>
      </dgm:prSet>
      <dgm:spPr/>
    </dgm:pt>
    <dgm:pt modelId="{DB2A8687-0C1F-4D26-9D0D-BE3D3D8DEEB5}" type="pres">
      <dgm:prSet presAssocID="{BE2B9578-7ECD-42C9-968A-23B60D4AE29C}" presName="childTextBox" presStyleLbl="fgAccFollowNode1" presStyleIdx="3" presStyleCnt="8">
        <dgm:presLayoutVars>
          <dgm:bulletEnabled val="1"/>
        </dgm:presLayoutVars>
      </dgm:prSet>
      <dgm:spPr/>
    </dgm:pt>
    <dgm:pt modelId="{E16D73AB-225D-46DF-8D75-4A67003D210E}" type="pres">
      <dgm:prSet presAssocID="{AD0303E1-66EC-42C3-BBF9-ACC4739C890F}" presName="sp" presStyleCnt="0"/>
      <dgm:spPr/>
    </dgm:pt>
    <dgm:pt modelId="{705D15F2-59DD-4844-ADF2-F033064A8B47}" type="pres">
      <dgm:prSet presAssocID="{F897957B-0B51-45CC-A9E6-2A5CB5C41040}" presName="arrowAndChildren" presStyleCnt="0"/>
      <dgm:spPr/>
    </dgm:pt>
    <dgm:pt modelId="{8706F0A7-4B3A-46B6-A5D1-DDD57E115C34}" type="pres">
      <dgm:prSet presAssocID="{F897957B-0B51-45CC-A9E6-2A5CB5C41040}" presName="parentTextArrow" presStyleLbl="node1" presStyleIdx="0" presStyleCnt="4"/>
      <dgm:spPr/>
    </dgm:pt>
    <dgm:pt modelId="{A1824D77-1083-472E-B3C3-1820E9CB5520}" type="pres">
      <dgm:prSet presAssocID="{F897957B-0B51-45CC-A9E6-2A5CB5C41040}" presName="arrow" presStyleLbl="node1" presStyleIdx="1" presStyleCnt="4"/>
      <dgm:spPr/>
    </dgm:pt>
    <dgm:pt modelId="{AEAC912F-9C79-4C1A-B33F-F7ECFDFD23FD}" type="pres">
      <dgm:prSet presAssocID="{F897957B-0B51-45CC-A9E6-2A5CB5C41040}" presName="descendantArrow" presStyleCnt="0"/>
      <dgm:spPr/>
    </dgm:pt>
    <dgm:pt modelId="{07F31F67-523E-4266-8EF9-4D11A3E9782B}" type="pres">
      <dgm:prSet presAssocID="{1C7AB3D1-6F96-49F3-918D-0EE372424BAA}" presName="childTextArrow" presStyleLbl="fgAccFollowNode1" presStyleIdx="4" presStyleCnt="8">
        <dgm:presLayoutVars>
          <dgm:bulletEnabled val="1"/>
        </dgm:presLayoutVars>
      </dgm:prSet>
      <dgm:spPr/>
    </dgm:pt>
    <dgm:pt modelId="{3E774FD4-83D4-4478-B499-DD0439290423}" type="pres">
      <dgm:prSet presAssocID="{6A1D499E-6645-470A-BA0A-2961AAD3CFFF}" presName="childTextArrow" presStyleLbl="fgAccFollowNode1" presStyleIdx="5" presStyleCnt="8">
        <dgm:presLayoutVars>
          <dgm:bulletEnabled val="1"/>
        </dgm:presLayoutVars>
      </dgm:prSet>
      <dgm:spPr/>
    </dgm:pt>
    <dgm:pt modelId="{6C6F9E4E-0CD8-4643-BCBB-EC73F45C4B75}" type="pres">
      <dgm:prSet presAssocID="{DCE4BE2A-E35E-4CA2-AB1F-076D1865F4D0}" presName="childTextArrow" presStyleLbl="fgAccFollowNode1" presStyleIdx="6" presStyleCnt="8">
        <dgm:presLayoutVars>
          <dgm:bulletEnabled val="1"/>
        </dgm:presLayoutVars>
      </dgm:prSet>
      <dgm:spPr/>
    </dgm:pt>
    <dgm:pt modelId="{5A61D169-BA3A-4EFC-ACA7-05F852975044}" type="pres">
      <dgm:prSet presAssocID="{E20FE61C-03B1-46AE-AAFE-0E65C482123B}" presName="childTextArrow" presStyleLbl="fgAccFollowNode1" presStyleIdx="7" presStyleCnt="8">
        <dgm:presLayoutVars>
          <dgm:bulletEnabled val="1"/>
        </dgm:presLayoutVars>
      </dgm:prSet>
      <dgm:spPr/>
    </dgm:pt>
    <dgm:pt modelId="{5ED399FE-F003-431F-AD34-ED3FB5E274A7}" type="pres">
      <dgm:prSet presAssocID="{53C61DCB-01EF-45AF-8A4A-B7A83F6EA57A}" presName="sp" presStyleCnt="0"/>
      <dgm:spPr/>
    </dgm:pt>
    <dgm:pt modelId="{745191F7-6980-4A29-A8BA-9E1049CD2074}" type="pres">
      <dgm:prSet presAssocID="{0C1622FF-AA90-4AAA-AC6A-FC8F63DFC727}" presName="arrowAndChildren" presStyleCnt="0"/>
      <dgm:spPr/>
    </dgm:pt>
    <dgm:pt modelId="{9635641D-FE17-4077-AAF4-05E96EE20B55}" type="pres">
      <dgm:prSet presAssocID="{0C1622FF-AA90-4AAA-AC6A-FC8F63DFC727}" presName="parentTextArrow" presStyleLbl="node1" presStyleIdx="2" presStyleCnt="4"/>
      <dgm:spPr/>
    </dgm:pt>
    <dgm:pt modelId="{387870A7-A6FD-4312-9615-E9CC47A9B85B}" type="pres">
      <dgm:prSet presAssocID="{1A6FCA33-EBDE-45C2-8CC0-89171CDE78FC}" presName="sp" presStyleCnt="0"/>
      <dgm:spPr/>
    </dgm:pt>
    <dgm:pt modelId="{A3052A14-2525-403E-BE14-A1A8AE2DDF19}" type="pres">
      <dgm:prSet presAssocID="{E7A02232-F7AF-497B-89A4-FB250ADB2E0B}" presName="arrowAndChildren" presStyleCnt="0"/>
      <dgm:spPr/>
    </dgm:pt>
    <dgm:pt modelId="{3FF95335-D21D-49B7-A692-7B29059CC653}" type="pres">
      <dgm:prSet presAssocID="{E7A02232-F7AF-497B-89A4-FB250ADB2E0B}" presName="parentTextArrow" presStyleLbl="node1" presStyleIdx="3" presStyleCnt="4"/>
      <dgm:spPr/>
    </dgm:pt>
  </dgm:ptLst>
  <dgm:cxnLst>
    <dgm:cxn modelId="{F926C703-E8E9-460E-880B-29FF3AF28465}" type="presOf" srcId="{1C7AB3D1-6F96-49F3-918D-0EE372424BAA}" destId="{07F31F67-523E-4266-8EF9-4D11A3E9782B}" srcOrd="0" destOrd="0" presId="urn:microsoft.com/office/officeart/2005/8/layout/process4"/>
    <dgm:cxn modelId="{088DAB0E-6C92-41F6-B35B-2BB8042E2586}" type="presOf" srcId="{F897957B-0B51-45CC-A9E6-2A5CB5C41040}" destId="{A1824D77-1083-472E-B3C3-1820E9CB5520}" srcOrd="1" destOrd="0" presId="urn:microsoft.com/office/officeart/2005/8/layout/process4"/>
    <dgm:cxn modelId="{5B2D7710-08F6-4855-A66E-8C803E7FAD4E}" type="presOf" srcId="{DCE4BE2A-E35E-4CA2-AB1F-076D1865F4D0}" destId="{6C6F9E4E-0CD8-4643-BCBB-EC73F45C4B75}" srcOrd="0" destOrd="0" presId="urn:microsoft.com/office/officeart/2005/8/layout/process4"/>
    <dgm:cxn modelId="{04CA361B-496F-4636-9E62-7B5E3E0D9B18}" type="presOf" srcId="{0C1622FF-AA90-4AAA-AC6A-FC8F63DFC727}" destId="{9635641D-FE17-4077-AAF4-05E96EE20B55}" srcOrd="0" destOrd="0" presId="urn:microsoft.com/office/officeart/2005/8/layout/process4"/>
    <dgm:cxn modelId="{93DF2F25-DD1C-4604-AE25-982342B0F8B8}" type="presOf" srcId="{E20FE61C-03B1-46AE-AAFE-0E65C482123B}" destId="{5A61D169-BA3A-4EFC-ACA7-05F852975044}" srcOrd="0" destOrd="0" presId="urn:microsoft.com/office/officeart/2005/8/layout/process4"/>
    <dgm:cxn modelId="{FA84A33C-8907-4826-BA94-C0F494DC2462}" type="presOf" srcId="{8C4D555B-53AA-43E9-A7C5-B86270A02D63}" destId="{AE18FE0C-0CA1-4020-A703-06D4BD6BAA45}" srcOrd="0" destOrd="0" presId="urn:microsoft.com/office/officeart/2005/8/layout/process4"/>
    <dgm:cxn modelId="{FED4955C-8129-4A75-8438-B961AC2B4C06}" srcId="{65CD0D2F-475A-4F51-A0F2-F29227128220}" destId="{F897957B-0B51-45CC-A9E6-2A5CB5C41040}" srcOrd="2" destOrd="0" parTransId="{041B6A24-465D-4BEF-B2F9-765D314B00D0}" sibTransId="{AD0303E1-66EC-42C3-BBF9-ACC4739C890F}"/>
    <dgm:cxn modelId="{25C72760-DE3D-40E6-B15F-BD39ED5FC25F}" srcId="{65CD0D2F-475A-4F51-A0F2-F29227128220}" destId="{0C1622FF-AA90-4AAA-AC6A-FC8F63DFC727}" srcOrd="1" destOrd="0" parTransId="{5C5879B1-8A8A-4B78-83A5-C9D830C0CD5F}" sibTransId="{53C61DCB-01EF-45AF-8A4A-B7A83F6EA57A}"/>
    <dgm:cxn modelId="{2DC2D465-3819-4675-81EB-0652AC93FCF8}" type="presOf" srcId="{215E5713-086A-4E9E-BDEE-BADF016BB240}" destId="{FB4D8FB0-5F95-4005-A9E3-30AC6742B51D}" srcOrd="0" destOrd="0" presId="urn:microsoft.com/office/officeart/2005/8/layout/process4"/>
    <dgm:cxn modelId="{07549249-8801-4273-A45F-FDAE9F75B840}" srcId="{8C4D555B-53AA-43E9-A7C5-B86270A02D63}" destId="{0EC7D39C-10BB-4DBC-B385-45C100351875}" srcOrd="1" destOrd="0" parTransId="{704EA91F-BFB1-4B1D-96DD-EFADF7F7AFF0}" sibTransId="{C36B992D-C8B1-4E2F-9F69-6F4A78850EC1}"/>
    <dgm:cxn modelId="{9D6D304B-6609-46B3-9929-7AAEE2021F71}" type="presOf" srcId="{F897957B-0B51-45CC-A9E6-2A5CB5C41040}" destId="{8706F0A7-4B3A-46B6-A5D1-DDD57E115C34}" srcOrd="0" destOrd="0" presId="urn:microsoft.com/office/officeart/2005/8/layout/process4"/>
    <dgm:cxn modelId="{D1A6B24C-824F-49A8-A670-05903CE9E549}" srcId="{8C4D555B-53AA-43E9-A7C5-B86270A02D63}" destId="{215E5713-086A-4E9E-BDEE-BADF016BB240}" srcOrd="0" destOrd="0" parTransId="{045E2B27-C44F-4426-998C-26E139334AC7}" sibTransId="{32FA8BE7-12F8-4F2C-A692-C8E78BB51C29}"/>
    <dgm:cxn modelId="{3257FC7E-FE4A-4C3D-A39D-F5658B42DCA1}" type="presOf" srcId="{90B73C4B-4C53-4257-B98E-7FE1B34678C7}" destId="{C1F1CA8B-6F2E-4ED5-A896-B02184C2334B}" srcOrd="0" destOrd="0" presId="urn:microsoft.com/office/officeart/2005/8/layout/process4"/>
    <dgm:cxn modelId="{6AAA4998-3254-4E20-88CA-673AB42D2118}" type="presOf" srcId="{BE2B9578-7ECD-42C9-968A-23B60D4AE29C}" destId="{DB2A8687-0C1F-4D26-9D0D-BE3D3D8DEEB5}" srcOrd="0" destOrd="0" presId="urn:microsoft.com/office/officeart/2005/8/layout/process4"/>
    <dgm:cxn modelId="{0FCCA99D-0000-4104-A36F-716AE4333DC0}" srcId="{F897957B-0B51-45CC-A9E6-2A5CB5C41040}" destId="{1C7AB3D1-6F96-49F3-918D-0EE372424BAA}" srcOrd="0" destOrd="0" parTransId="{29C1CD50-640F-489D-80E4-EF2C15B0A219}" sibTransId="{14DF413E-BACB-4C15-B805-8759BB238F67}"/>
    <dgm:cxn modelId="{08E7AFA5-BA0A-46FB-84B9-1DF694224523}" type="presOf" srcId="{8C4D555B-53AA-43E9-A7C5-B86270A02D63}" destId="{CC22DE2F-6D19-4DCE-ABBD-7A399900CC4B}" srcOrd="1" destOrd="0" presId="urn:microsoft.com/office/officeart/2005/8/layout/process4"/>
    <dgm:cxn modelId="{3F06A3A7-42FD-4618-A322-E8617AD64AA4}" srcId="{F897957B-0B51-45CC-A9E6-2A5CB5C41040}" destId="{E20FE61C-03B1-46AE-AAFE-0E65C482123B}" srcOrd="3" destOrd="0" parTransId="{D0784E9B-5E54-467E-BACD-3211B154B92C}" sibTransId="{DADBFB44-4AA8-4522-B4FF-875E7D167A78}"/>
    <dgm:cxn modelId="{74A814A8-97BE-4BDF-9338-4AF85FBDAC08}" srcId="{F897957B-0B51-45CC-A9E6-2A5CB5C41040}" destId="{DCE4BE2A-E35E-4CA2-AB1F-076D1865F4D0}" srcOrd="2" destOrd="0" parTransId="{EF523B4C-4522-4587-B447-D57CA0CA2DAC}" sibTransId="{BF95B569-8374-4230-8A68-6BAB83DEE8D6}"/>
    <dgm:cxn modelId="{FBEABBAA-EF4B-471B-ABA2-8832D48B7728}" type="presOf" srcId="{6A1D499E-6645-470A-BA0A-2961AAD3CFFF}" destId="{3E774FD4-83D4-4478-B499-DD0439290423}" srcOrd="0" destOrd="0" presId="urn:microsoft.com/office/officeart/2005/8/layout/process4"/>
    <dgm:cxn modelId="{E1BF75AC-E098-4A86-AAD0-B9682EC3B98B}" type="presOf" srcId="{E7A02232-F7AF-497B-89A4-FB250ADB2E0B}" destId="{3FF95335-D21D-49B7-A692-7B29059CC653}" srcOrd="0" destOrd="0" presId="urn:microsoft.com/office/officeart/2005/8/layout/process4"/>
    <dgm:cxn modelId="{1C28A8B7-B567-4E67-9996-86DD52D4E20E}" srcId="{8C4D555B-53AA-43E9-A7C5-B86270A02D63}" destId="{90B73C4B-4C53-4257-B98E-7FE1B34678C7}" srcOrd="2" destOrd="0" parTransId="{F21FD033-04D8-47A9-A75A-FDCED544096F}" sibTransId="{1DDD6ECF-2527-412B-B507-E50399F07CFF}"/>
    <dgm:cxn modelId="{1D2187BA-EB39-42D1-8C31-9EEE0797BF85}" srcId="{65CD0D2F-475A-4F51-A0F2-F29227128220}" destId="{E7A02232-F7AF-497B-89A4-FB250ADB2E0B}" srcOrd="0" destOrd="0" parTransId="{A557ED53-73F3-4687-AA27-9B456A3317A6}" sibTransId="{1A6FCA33-EBDE-45C2-8CC0-89171CDE78FC}"/>
    <dgm:cxn modelId="{412E25C4-6015-4031-9259-5EFEC1966023}" type="presOf" srcId="{65CD0D2F-475A-4F51-A0F2-F29227128220}" destId="{2A9D4EA4-4EC4-4EE0-8E60-8A9CB3FF678B}" srcOrd="0" destOrd="0" presId="urn:microsoft.com/office/officeart/2005/8/layout/process4"/>
    <dgm:cxn modelId="{3D7299C7-B005-4A82-81C0-BA8CF835B0DB}" srcId="{65CD0D2F-475A-4F51-A0F2-F29227128220}" destId="{8C4D555B-53AA-43E9-A7C5-B86270A02D63}" srcOrd="3" destOrd="0" parTransId="{312AD821-0AD1-4EFA-A332-40DD802207E4}" sibTransId="{709C25A1-1310-4B9C-81ED-D74933D69A25}"/>
    <dgm:cxn modelId="{C938A4D9-86F6-400E-A6B8-E6A50EA7B94C}" type="presOf" srcId="{0EC7D39C-10BB-4DBC-B385-45C100351875}" destId="{3CC63066-053C-4550-831A-EE50F4508303}" srcOrd="0" destOrd="0" presId="urn:microsoft.com/office/officeart/2005/8/layout/process4"/>
    <dgm:cxn modelId="{E7BC5ADD-F3D1-44E1-A802-5E239B3308A6}" srcId="{8C4D555B-53AA-43E9-A7C5-B86270A02D63}" destId="{BE2B9578-7ECD-42C9-968A-23B60D4AE29C}" srcOrd="3" destOrd="0" parTransId="{D4B7B30E-B93C-4CAC-BB78-C515573FC343}" sibTransId="{AC217684-3DF5-486A-A2CE-E41EE0482335}"/>
    <dgm:cxn modelId="{5DD81CE3-53FD-42C6-9628-5DCC710B8AA2}" srcId="{F897957B-0B51-45CC-A9E6-2A5CB5C41040}" destId="{6A1D499E-6645-470A-BA0A-2961AAD3CFFF}" srcOrd="1" destOrd="0" parTransId="{C619B3FE-EE62-432A-8DC7-EA2986CA9154}" sibTransId="{4014D8CE-0C0C-4100-B014-852B7FE8BA74}"/>
    <dgm:cxn modelId="{4D85F3B4-DD02-456C-988D-A37BB8234C1E}" type="presParOf" srcId="{2A9D4EA4-4EC4-4EE0-8E60-8A9CB3FF678B}" destId="{A99CE3B3-F111-45EB-909A-831EB3C15CF6}" srcOrd="0" destOrd="0" presId="urn:microsoft.com/office/officeart/2005/8/layout/process4"/>
    <dgm:cxn modelId="{FD24AA15-C174-478E-9795-CB54B425CCDB}" type="presParOf" srcId="{A99CE3B3-F111-45EB-909A-831EB3C15CF6}" destId="{AE18FE0C-0CA1-4020-A703-06D4BD6BAA45}" srcOrd="0" destOrd="0" presId="urn:microsoft.com/office/officeart/2005/8/layout/process4"/>
    <dgm:cxn modelId="{AE23C67D-F376-4125-8E8E-B29F1ACF7F61}" type="presParOf" srcId="{A99CE3B3-F111-45EB-909A-831EB3C15CF6}" destId="{CC22DE2F-6D19-4DCE-ABBD-7A399900CC4B}" srcOrd="1" destOrd="0" presId="urn:microsoft.com/office/officeart/2005/8/layout/process4"/>
    <dgm:cxn modelId="{653DB05F-CAA2-4455-8FAA-77239BC8D0A1}" type="presParOf" srcId="{A99CE3B3-F111-45EB-909A-831EB3C15CF6}" destId="{FAD34BDA-3481-4DCF-BCE4-79E5DCCDDBE0}" srcOrd="2" destOrd="0" presId="urn:microsoft.com/office/officeart/2005/8/layout/process4"/>
    <dgm:cxn modelId="{85CBF4E6-9319-4935-A5A6-E0077A7CE572}" type="presParOf" srcId="{FAD34BDA-3481-4DCF-BCE4-79E5DCCDDBE0}" destId="{FB4D8FB0-5F95-4005-A9E3-30AC6742B51D}" srcOrd="0" destOrd="0" presId="urn:microsoft.com/office/officeart/2005/8/layout/process4"/>
    <dgm:cxn modelId="{57B4C83A-CE41-4338-A333-6C6A3AE16C73}" type="presParOf" srcId="{FAD34BDA-3481-4DCF-BCE4-79E5DCCDDBE0}" destId="{3CC63066-053C-4550-831A-EE50F4508303}" srcOrd="1" destOrd="0" presId="urn:microsoft.com/office/officeart/2005/8/layout/process4"/>
    <dgm:cxn modelId="{48C1A8D3-3369-498B-BCCD-B942D56657CF}" type="presParOf" srcId="{FAD34BDA-3481-4DCF-BCE4-79E5DCCDDBE0}" destId="{C1F1CA8B-6F2E-4ED5-A896-B02184C2334B}" srcOrd="2" destOrd="0" presId="urn:microsoft.com/office/officeart/2005/8/layout/process4"/>
    <dgm:cxn modelId="{260AAE49-744D-452F-9051-6E9BDB08F58A}" type="presParOf" srcId="{FAD34BDA-3481-4DCF-BCE4-79E5DCCDDBE0}" destId="{DB2A8687-0C1F-4D26-9D0D-BE3D3D8DEEB5}" srcOrd="3" destOrd="0" presId="urn:microsoft.com/office/officeart/2005/8/layout/process4"/>
    <dgm:cxn modelId="{F4AA6203-D003-47D5-BB64-706526742719}" type="presParOf" srcId="{2A9D4EA4-4EC4-4EE0-8E60-8A9CB3FF678B}" destId="{E16D73AB-225D-46DF-8D75-4A67003D210E}" srcOrd="1" destOrd="0" presId="urn:microsoft.com/office/officeart/2005/8/layout/process4"/>
    <dgm:cxn modelId="{3C294696-2465-47C7-9AF3-DD0BB1CC3002}" type="presParOf" srcId="{2A9D4EA4-4EC4-4EE0-8E60-8A9CB3FF678B}" destId="{705D15F2-59DD-4844-ADF2-F033064A8B47}" srcOrd="2" destOrd="0" presId="urn:microsoft.com/office/officeart/2005/8/layout/process4"/>
    <dgm:cxn modelId="{E813AA9C-7F73-4647-BD14-A6B66E1F75BA}" type="presParOf" srcId="{705D15F2-59DD-4844-ADF2-F033064A8B47}" destId="{8706F0A7-4B3A-46B6-A5D1-DDD57E115C34}" srcOrd="0" destOrd="0" presId="urn:microsoft.com/office/officeart/2005/8/layout/process4"/>
    <dgm:cxn modelId="{DFA72E5C-0623-4728-9524-B81E6F11EDDB}" type="presParOf" srcId="{705D15F2-59DD-4844-ADF2-F033064A8B47}" destId="{A1824D77-1083-472E-B3C3-1820E9CB5520}" srcOrd="1" destOrd="0" presId="urn:microsoft.com/office/officeart/2005/8/layout/process4"/>
    <dgm:cxn modelId="{D6123C41-FC80-4F82-88AB-761A771B3AF3}" type="presParOf" srcId="{705D15F2-59DD-4844-ADF2-F033064A8B47}" destId="{AEAC912F-9C79-4C1A-B33F-F7ECFDFD23FD}" srcOrd="2" destOrd="0" presId="urn:microsoft.com/office/officeart/2005/8/layout/process4"/>
    <dgm:cxn modelId="{D4BB5F25-5CFF-4BC5-9515-5B065B797A73}" type="presParOf" srcId="{AEAC912F-9C79-4C1A-B33F-F7ECFDFD23FD}" destId="{07F31F67-523E-4266-8EF9-4D11A3E9782B}" srcOrd="0" destOrd="0" presId="urn:microsoft.com/office/officeart/2005/8/layout/process4"/>
    <dgm:cxn modelId="{0954F5BD-FA7C-424F-9F6D-39E5CA8B54AD}" type="presParOf" srcId="{AEAC912F-9C79-4C1A-B33F-F7ECFDFD23FD}" destId="{3E774FD4-83D4-4478-B499-DD0439290423}" srcOrd="1" destOrd="0" presId="urn:microsoft.com/office/officeart/2005/8/layout/process4"/>
    <dgm:cxn modelId="{A7549B50-B4D6-4F14-B86B-3AA9AEA1DEEA}" type="presParOf" srcId="{AEAC912F-9C79-4C1A-B33F-F7ECFDFD23FD}" destId="{6C6F9E4E-0CD8-4643-BCBB-EC73F45C4B75}" srcOrd="2" destOrd="0" presId="urn:microsoft.com/office/officeart/2005/8/layout/process4"/>
    <dgm:cxn modelId="{A6F360A1-FF77-435E-8AA6-042E447ECD16}" type="presParOf" srcId="{AEAC912F-9C79-4C1A-B33F-F7ECFDFD23FD}" destId="{5A61D169-BA3A-4EFC-ACA7-05F852975044}" srcOrd="3" destOrd="0" presId="urn:microsoft.com/office/officeart/2005/8/layout/process4"/>
    <dgm:cxn modelId="{39D6C586-CCF0-42BE-8B75-EE80277C671E}" type="presParOf" srcId="{2A9D4EA4-4EC4-4EE0-8E60-8A9CB3FF678B}" destId="{5ED399FE-F003-431F-AD34-ED3FB5E274A7}" srcOrd="3" destOrd="0" presId="urn:microsoft.com/office/officeart/2005/8/layout/process4"/>
    <dgm:cxn modelId="{4131D429-6C8B-48E0-8EF3-6E908AAB4211}" type="presParOf" srcId="{2A9D4EA4-4EC4-4EE0-8E60-8A9CB3FF678B}" destId="{745191F7-6980-4A29-A8BA-9E1049CD2074}" srcOrd="4" destOrd="0" presId="urn:microsoft.com/office/officeart/2005/8/layout/process4"/>
    <dgm:cxn modelId="{CA1569D8-56B3-4E03-BE1C-4C08B70F6AC9}" type="presParOf" srcId="{745191F7-6980-4A29-A8BA-9E1049CD2074}" destId="{9635641D-FE17-4077-AAF4-05E96EE20B55}" srcOrd="0" destOrd="0" presId="urn:microsoft.com/office/officeart/2005/8/layout/process4"/>
    <dgm:cxn modelId="{77F9D213-F689-4D6E-905D-8736746212A7}" type="presParOf" srcId="{2A9D4EA4-4EC4-4EE0-8E60-8A9CB3FF678B}" destId="{387870A7-A6FD-4312-9615-E9CC47A9B85B}" srcOrd="5" destOrd="0" presId="urn:microsoft.com/office/officeart/2005/8/layout/process4"/>
    <dgm:cxn modelId="{647ED798-3FF7-40DD-AB85-7BD9896E2779}" type="presParOf" srcId="{2A9D4EA4-4EC4-4EE0-8E60-8A9CB3FF678B}" destId="{A3052A14-2525-403E-BE14-A1A8AE2DDF19}" srcOrd="6" destOrd="0" presId="urn:microsoft.com/office/officeart/2005/8/layout/process4"/>
    <dgm:cxn modelId="{0397F854-7581-4452-8468-48BCDB28EEE3}" type="presParOf" srcId="{A3052A14-2525-403E-BE14-A1A8AE2DDF19}" destId="{3FF95335-D21D-49B7-A692-7B29059CC65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E4D385-213B-4EAB-8A6A-4AB78059DF8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CAC00B-336A-4066-A093-5DECEB1717FA}">
      <dgm:prSet/>
      <dgm:spPr/>
      <dgm:t>
        <a:bodyPr/>
        <a:lstStyle/>
        <a:p>
          <a:r>
            <a:rPr lang="es-ES" b="1" noProof="0" dirty="0"/>
            <a:t>Plataforma Jiovani Go - Estado Actual de Implementación</a:t>
          </a:r>
          <a:endParaRPr lang="es-ES" noProof="0" dirty="0"/>
        </a:p>
      </dgm:t>
    </dgm:pt>
    <dgm:pt modelId="{294FC533-5958-4A95-8BE3-6060C294D890}" type="parTrans" cxnId="{D08303DF-2942-4751-9877-4B8AEFE4CA83}">
      <dgm:prSet/>
      <dgm:spPr/>
      <dgm:t>
        <a:bodyPr/>
        <a:lstStyle/>
        <a:p>
          <a:endParaRPr lang="en-US"/>
        </a:p>
      </dgm:t>
    </dgm:pt>
    <dgm:pt modelId="{78147E52-7588-424A-993A-A5DA25945203}" type="sibTrans" cxnId="{D08303DF-2942-4751-9877-4B8AEFE4CA83}">
      <dgm:prSet/>
      <dgm:spPr/>
      <dgm:t>
        <a:bodyPr/>
        <a:lstStyle/>
        <a:p>
          <a:endParaRPr lang="en-US"/>
        </a:p>
      </dgm:t>
    </dgm:pt>
    <dgm:pt modelId="{F2683526-00E5-4450-960A-43C6D3295B1B}">
      <dgm:prSet/>
      <dgm:spPr/>
      <dgm:t>
        <a:bodyPr/>
        <a:lstStyle/>
        <a:p>
          <a:r>
            <a:rPr lang="es-ES" b="1" noProof="0" dirty="0"/>
            <a:t>FRONTEND PUBLICO - 100% OPERATIVO</a:t>
          </a:r>
          <a:endParaRPr lang="es-ES" noProof="0" dirty="0"/>
        </a:p>
      </dgm:t>
    </dgm:pt>
    <dgm:pt modelId="{9A4A5BC0-B5C9-4E54-B11E-F0E3AC9906D8}" type="parTrans" cxnId="{3A069F80-5BAF-4A0B-9E57-9F6BD49F9D9C}">
      <dgm:prSet/>
      <dgm:spPr/>
      <dgm:t>
        <a:bodyPr/>
        <a:lstStyle/>
        <a:p>
          <a:endParaRPr lang="en-US"/>
        </a:p>
      </dgm:t>
    </dgm:pt>
    <dgm:pt modelId="{0DCDEF5A-0AC2-4F21-8022-1495758FAB4D}" type="sibTrans" cxnId="{3A069F80-5BAF-4A0B-9E57-9F6BD49F9D9C}">
      <dgm:prSet/>
      <dgm:spPr/>
      <dgm:t>
        <a:bodyPr/>
        <a:lstStyle/>
        <a:p>
          <a:endParaRPr lang="en-US"/>
        </a:p>
      </dgm:t>
    </dgm:pt>
    <dgm:pt modelId="{A2DC3EF2-1E0D-4662-AB1A-AB770FE102D5}">
      <dgm:prSet/>
      <dgm:spPr/>
      <dgm:t>
        <a:bodyPr/>
        <a:lstStyle/>
        <a:p>
          <a:r>
            <a:rPr lang="es-ES" noProof="0" dirty="0"/>
            <a:t> Catalogo completo: 24 productos con filtros por genero y familia olfativa</a:t>
          </a:r>
        </a:p>
      </dgm:t>
    </dgm:pt>
    <dgm:pt modelId="{353D34A8-448F-46FB-8341-40FC2B96CA4C}" type="parTrans" cxnId="{856E21DC-1F7E-486B-968C-15FF79F342C2}">
      <dgm:prSet/>
      <dgm:spPr/>
      <dgm:t>
        <a:bodyPr/>
        <a:lstStyle/>
        <a:p>
          <a:endParaRPr lang="en-US"/>
        </a:p>
      </dgm:t>
    </dgm:pt>
    <dgm:pt modelId="{024517E9-2D0C-42DF-B7F7-A4E7553D4A2D}" type="sibTrans" cxnId="{856E21DC-1F7E-486B-968C-15FF79F342C2}">
      <dgm:prSet/>
      <dgm:spPr/>
      <dgm:t>
        <a:bodyPr/>
        <a:lstStyle/>
        <a:p>
          <a:endParaRPr lang="en-US"/>
        </a:p>
      </dgm:t>
    </dgm:pt>
    <dgm:pt modelId="{46406D55-6C43-4FCA-87CC-39181839EDA2}">
      <dgm:prSet/>
      <dgm:spPr/>
      <dgm:t>
        <a:bodyPr/>
        <a:lstStyle/>
        <a:p>
          <a:r>
            <a:rPr lang="es-ES" noProof="0" dirty="0"/>
            <a:t> Paginas de detalle especializadas con notas olfativas y concentración</a:t>
          </a:r>
        </a:p>
      </dgm:t>
    </dgm:pt>
    <dgm:pt modelId="{E0B7E240-B0CD-4C23-9AFE-69152DD496AD}" type="parTrans" cxnId="{7FC09A1F-63D6-41C2-A193-F4617BFB7824}">
      <dgm:prSet/>
      <dgm:spPr/>
      <dgm:t>
        <a:bodyPr/>
        <a:lstStyle/>
        <a:p>
          <a:endParaRPr lang="en-US"/>
        </a:p>
      </dgm:t>
    </dgm:pt>
    <dgm:pt modelId="{0A34EA96-AC6F-490F-ABCA-2ADBC1428E04}" type="sibTrans" cxnId="{7FC09A1F-63D6-41C2-A193-F4617BFB7824}">
      <dgm:prSet/>
      <dgm:spPr/>
      <dgm:t>
        <a:bodyPr/>
        <a:lstStyle/>
        <a:p>
          <a:endParaRPr lang="en-US"/>
        </a:p>
      </dgm:t>
    </dgm:pt>
    <dgm:pt modelId="{7F99CC64-795D-4FCD-8C91-9740589C34AD}">
      <dgm:prSet/>
      <dgm:spPr/>
      <dgm:t>
        <a:bodyPr/>
        <a:lstStyle/>
        <a:p>
          <a:r>
            <a:rPr lang="es-ES" noProof="0" dirty="0"/>
            <a:t> Blog educativo “El Diario de un Aroma” con contenido publicado</a:t>
          </a:r>
        </a:p>
      </dgm:t>
    </dgm:pt>
    <dgm:pt modelId="{B7E615DC-2D72-490A-A9BA-72B37E57CF01}" type="parTrans" cxnId="{7B64092F-52C1-4C01-8862-6D786483633D}">
      <dgm:prSet/>
      <dgm:spPr/>
      <dgm:t>
        <a:bodyPr/>
        <a:lstStyle/>
        <a:p>
          <a:endParaRPr lang="en-US"/>
        </a:p>
      </dgm:t>
    </dgm:pt>
    <dgm:pt modelId="{E1D7337C-E56A-46A9-9A10-92B736AF1CEB}" type="sibTrans" cxnId="{7B64092F-52C1-4C01-8862-6D786483633D}">
      <dgm:prSet/>
      <dgm:spPr/>
      <dgm:t>
        <a:bodyPr/>
        <a:lstStyle/>
        <a:p>
          <a:endParaRPr lang="en-US"/>
        </a:p>
      </dgm:t>
    </dgm:pt>
    <dgm:pt modelId="{4EE55E6D-10E4-45C1-95C2-4FA64C9A51C9}">
      <dgm:prSet/>
      <dgm:spPr/>
      <dgm:t>
        <a:bodyPr/>
        <a:lstStyle/>
        <a:p>
          <a:r>
            <a:rPr lang="es-ES" noProof="0" dirty="0"/>
            <a:t> Sistema de contacto con formulario funcional y mapa integrado</a:t>
          </a:r>
        </a:p>
      </dgm:t>
    </dgm:pt>
    <dgm:pt modelId="{23563A55-0090-4D12-A767-F6CAAF7867B7}" type="parTrans" cxnId="{46740334-07E9-4D61-BEDD-FCA000E89127}">
      <dgm:prSet/>
      <dgm:spPr/>
      <dgm:t>
        <a:bodyPr/>
        <a:lstStyle/>
        <a:p>
          <a:endParaRPr lang="en-US"/>
        </a:p>
      </dgm:t>
    </dgm:pt>
    <dgm:pt modelId="{CEF37A64-8B0F-4FB7-8AC8-E2461D27DCD3}" type="sibTrans" cxnId="{46740334-07E9-4D61-BEDD-FCA000E89127}">
      <dgm:prSet/>
      <dgm:spPr/>
      <dgm:t>
        <a:bodyPr/>
        <a:lstStyle/>
        <a:p>
          <a:endParaRPr lang="en-US"/>
        </a:p>
      </dgm:t>
    </dgm:pt>
    <dgm:pt modelId="{61BC4525-15A9-4644-83DD-AC47DC8D7535}">
      <dgm:prSet/>
      <dgm:spPr/>
      <dgm:t>
        <a:bodyPr/>
        <a:lstStyle/>
        <a:p>
          <a:r>
            <a:rPr lang="es-ES" noProof="0" dirty="0"/>
            <a:t> Diseño responsive y navegación intuitiva completamente operativa</a:t>
          </a:r>
        </a:p>
      </dgm:t>
    </dgm:pt>
    <dgm:pt modelId="{6FD36704-17DC-4A76-89FD-46E98DC2A701}" type="parTrans" cxnId="{AEFBC232-DA98-46E8-BE01-40120F8035DB}">
      <dgm:prSet/>
      <dgm:spPr/>
      <dgm:t>
        <a:bodyPr/>
        <a:lstStyle/>
        <a:p>
          <a:endParaRPr lang="en-US"/>
        </a:p>
      </dgm:t>
    </dgm:pt>
    <dgm:pt modelId="{8DAAEF3B-814C-432B-AD6E-67CE11FB60A3}" type="sibTrans" cxnId="{AEFBC232-DA98-46E8-BE01-40120F8035DB}">
      <dgm:prSet/>
      <dgm:spPr/>
      <dgm:t>
        <a:bodyPr/>
        <a:lstStyle/>
        <a:p>
          <a:endParaRPr lang="en-US"/>
        </a:p>
      </dgm:t>
    </dgm:pt>
    <dgm:pt modelId="{BADD80D6-8714-494D-A9C4-B4651DE73A60}">
      <dgm:prSet/>
      <dgm:spPr/>
      <dgm:t>
        <a:bodyPr/>
        <a:lstStyle/>
        <a:p>
          <a:r>
            <a:rPr lang="es-ES" b="1" noProof="0" dirty="0"/>
            <a:t>BACKEND Y ADMINISTRACION - 95% FUNCIONAL</a:t>
          </a:r>
          <a:endParaRPr lang="es-ES" noProof="0" dirty="0"/>
        </a:p>
      </dgm:t>
    </dgm:pt>
    <dgm:pt modelId="{8BBE8501-E51B-448F-9EFB-ECFDA7C8C1F7}" type="parTrans" cxnId="{B6BEE7C8-334F-4920-A833-99534E36F4F5}">
      <dgm:prSet/>
      <dgm:spPr/>
      <dgm:t>
        <a:bodyPr/>
        <a:lstStyle/>
        <a:p>
          <a:endParaRPr lang="en-US"/>
        </a:p>
      </dgm:t>
    </dgm:pt>
    <dgm:pt modelId="{1E5F853B-CCFD-490E-BE49-29FF766007F8}" type="sibTrans" cxnId="{B6BEE7C8-334F-4920-A833-99534E36F4F5}">
      <dgm:prSet/>
      <dgm:spPr/>
      <dgm:t>
        <a:bodyPr/>
        <a:lstStyle/>
        <a:p>
          <a:endParaRPr lang="en-US"/>
        </a:p>
      </dgm:t>
    </dgm:pt>
    <dgm:pt modelId="{411EE2C7-9514-49F7-81FE-09F4F8D254CD}">
      <dgm:prSet/>
      <dgm:spPr/>
      <dgm:t>
        <a:bodyPr/>
        <a:lstStyle/>
        <a:p>
          <a:r>
            <a:rPr lang="es-ES" noProof="0" dirty="0"/>
            <a:t> API REST completa con Node.js, Express y MongoDB optimizada</a:t>
          </a:r>
        </a:p>
      </dgm:t>
    </dgm:pt>
    <dgm:pt modelId="{76177434-4798-4752-8E86-DDC2793D9C24}" type="parTrans" cxnId="{7317AEAA-8AA1-4C1A-B05D-C4C74AEFA2DF}">
      <dgm:prSet/>
      <dgm:spPr/>
      <dgm:t>
        <a:bodyPr/>
        <a:lstStyle/>
        <a:p>
          <a:endParaRPr lang="en-US"/>
        </a:p>
      </dgm:t>
    </dgm:pt>
    <dgm:pt modelId="{55FA8FEE-1369-4C24-90C2-CA71332E185C}" type="sibTrans" cxnId="{7317AEAA-8AA1-4C1A-B05D-C4C74AEFA2DF}">
      <dgm:prSet/>
      <dgm:spPr/>
      <dgm:t>
        <a:bodyPr/>
        <a:lstStyle/>
        <a:p>
          <a:endParaRPr lang="en-US"/>
        </a:p>
      </dgm:t>
    </dgm:pt>
    <dgm:pt modelId="{BA872D9B-8950-4FCF-BB20-C6A24DBD40C5}">
      <dgm:prSet/>
      <dgm:spPr/>
      <dgm:t>
        <a:bodyPr/>
        <a:lstStyle/>
        <a:p>
          <a:r>
            <a:rPr lang="es-ES" noProof="0" dirty="0"/>
            <a:t> Autenticación JWT segura y sistema de permisos granular</a:t>
          </a:r>
        </a:p>
      </dgm:t>
    </dgm:pt>
    <dgm:pt modelId="{B1C8E94A-5523-4219-9968-6565A93CFA5E}" type="parTrans" cxnId="{F426A26F-72EA-49A9-8E5D-8CFB99BDBF69}">
      <dgm:prSet/>
      <dgm:spPr/>
      <dgm:t>
        <a:bodyPr/>
        <a:lstStyle/>
        <a:p>
          <a:endParaRPr lang="en-US"/>
        </a:p>
      </dgm:t>
    </dgm:pt>
    <dgm:pt modelId="{44F136FA-16B2-4E68-B7AF-E3635C136AB0}" type="sibTrans" cxnId="{F426A26F-72EA-49A9-8E5D-8CFB99BDBF69}">
      <dgm:prSet/>
      <dgm:spPr/>
      <dgm:t>
        <a:bodyPr/>
        <a:lstStyle/>
        <a:p>
          <a:endParaRPr lang="en-US"/>
        </a:p>
      </dgm:t>
    </dgm:pt>
    <dgm:pt modelId="{4F5D4F48-96D6-4A9A-9DDD-68A657C7C341}">
      <dgm:prSet/>
      <dgm:spPr/>
      <dgm:t>
        <a:bodyPr/>
        <a:lstStyle/>
        <a:p>
          <a:r>
            <a:rPr lang="es-ES" noProof="0" dirty="0"/>
            <a:t> Panel administrativo funcional con gestión CRUD de productos</a:t>
          </a:r>
        </a:p>
      </dgm:t>
    </dgm:pt>
    <dgm:pt modelId="{3BE8DE54-0809-441D-837C-5B393FB5CB70}" type="parTrans" cxnId="{FE2AC4C7-11B2-4C1E-85DF-4EF74E1BA9C4}">
      <dgm:prSet/>
      <dgm:spPr/>
      <dgm:t>
        <a:bodyPr/>
        <a:lstStyle/>
        <a:p>
          <a:endParaRPr lang="en-US"/>
        </a:p>
      </dgm:t>
    </dgm:pt>
    <dgm:pt modelId="{C1DFE121-63E9-4CB1-9F76-5E5AE249A15E}" type="sibTrans" cxnId="{FE2AC4C7-11B2-4C1E-85DF-4EF74E1BA9C4}">
      <dgm:prSet/>
      <dgm:spPr/>
      <dgm:t>
        <a:bodyPr/>
        <a:lstStyle/>
        <a:p>
          <a:endParaRPr lang="en-US"/>
        </a:p>
      </dgm:t>
    </dgm:pt>
    <dgm:pt modelId="{1EB72D6C-CF5B-402A-921E-1FAF01589506}">
      <dgm:prSet/>
      <dgm:spPr/>
      <dgm:t>
        <a:bodyPr/>
        <a:lstStyle/>
        <a:p>
          <a:r>
            <a:rPr lang="es-ES" noProof="0" dirty="0"/>
            <a:t> Sistema de usuarios, roles y gestión de contenido del blog</a:t>
          </a:r>
        </a:p>
      </dgm:t>
    </dgm:pt>
    <dgm:pt modelId="{E1BB6B1E-7A99-4503-87CB-114D85CFD637}" type="parTrans" cxnId="{9FDA2A40-B73D-4505-BD01-0472C21A6F28}">
      <dgm:prSet/>
      <dgm:spPr/>
      <dgm:t>
        <a:bodyPr/>
        <a:lstStyle/>
        <a:p>
          <a:endParaRPr lang="en-US"/>
        </a:p>
      </dgm:t>
    </dgm:pt>
    <dgm:pt modelId="{F8D6CD2F-45AE-4E11-BEF3-FC34F9F262AD}" type="sibTrans" cxnId="{9FDA2A40-B73D-4505-BD01-0472C21A6F28}">
      <dgm:prSet/>
      <dgm:spPr/>
      <dgm:t>
        <a:bodyPr/>
        <a:lstStyle/>
        <a:p>
          <a:endParaRPr lang="en-US"/>
        </a:p>
      </dgm:t>
    </dgm:pt>
    <dgm:pt modelId="{05E2825E-7CFB-4EC3-84CD-B5BF1BCD13E5}">
      <dgm:prSet/>
      <dgm:spPr/>
      <dgm:t>
        <a:bodyPr/>
        <a:lstStyle/>
        <a:p>
          <a:r>
            <a:rPr lang="es-ES" noProof="0" dirty="0"/>
            <a:t> Middleware de seguridad y validación de datos implementado</a:t>
          </a:r>
        </a:p>
      </dgm:t>
    </dgm:pt>
    <dgm:pt modelId="{012292BC-DFEA-4FD9-A580-5AB4A057FF29}" type="parTrans" cxnId="{08307D0E-B2E3-480F-9ACE-EB1F2236B754}">
      <dgm:prSet/>
      <dgm:spPr/>
      <dgm:t>
        <a:bodyPr/>
        <a:lstStyle/>
        <a:p>
          <a:endParaRPr lang="en-US"/>
        </a:p>
      </dgm:t>
    </dgm:pt>
    <dgm:pt modelId="{CE23BAFE-9B6B-4D90-8EEF-31AEC1ACE3BE}" type="sibTrans" cxnId="{08307D0E-B2E3-480F-9ACE-EB1F2236B754}">
      <dgm:prSet/>
      <dgm:spPr/>
      <dgm:t>
        <a:bodyPr/>
        <a:lstStyle/>
        <a:p>
          <a:endParaRPr lang="en-US"/>
        </a:p>
      </dgm:t>
    </dgm:pt>
    <dgm:pt modelId="{3ABD3003-3E4A-4CDF-8054-5DE24E2643E9}">
      <dgm:prSet/>
      <dgm:spPr/>
      <dgm:t>
        <a:bodyPr/>
        <a:lstStyle/>
        <a:p>
          <a:r>
            <a:rPr lang="es-ES" b="1" noProof="0" dirty="0"/>
            <a:t>ESTADO GENERAL Y LIMITACIONES</a:t>
          </a:r>
          <a:endParaRPr lang="es-ES" noProof="0" dirty="0"/>
        </a:p>
      </dgm:t>
    </dgm:pt>
    <dgm:pt modelId="{350687F1-B279-42F1-B13B-6B6FA6DF221D}" type="parTrans" cxnId="{62E22EA1-1DDA-40B0-9212-58E34F9B23B4}">
      <dgm:prSet/>
      <dgm:spPr/>
      <dgm:t>
        <a:bodyPr/>
        <a:lstStyle/>
        <a:p>
          <a:endParaRPr lang="en-US"/>
        </a:p>
      </dgm:t>
    </dgm:pt>
    <dgm:pt modelId="{F44EB60E-9B06-464B-B4FD-1045B98ED1C9}" type="sibTrans" cxnId="{62E22EA1-1DDA-40B0-9212-58E34F9B23B4}">
      <dgm:prSet/>
      <dgm:spPr/>
      <dgm:t>
        <a:bodyPr/>
        <a:lstStyle/>
        <a:p>
          <a:endParaRPr lang="en-US"/>
        </a:p>
      </dgm:t>
    </dgm:pt>
    <dgm:pt modelId="{5FC14B7B-ABF9-4983-9EDD-8AC7147B5C26}">
      <dgm:prSet/>
      <dgm:spPr/>
      <dgm:t>
        <a:bodyPr/>
        <a:lstStyle/>
        <a:p>
          <a:r>
            <a:rPr lang="es-ES" noProof="0" dirty="0"/>
            <a:t> Progreso: 85% completado según especificaciones de alcance inicial</a:t>
          </a:r>
        </a:p>
      </dgm:t>
    </dgm:pt>
    <dgm:pt modelId="{07576382-FB84-4D7C-B396-305A4D1B3597}" type="parTrans" cxnId="{524DF6CD-23CC-4417-859C-ADE9E027A3FC}">
      <dgm:prSet/>
      <dgm:spPr/>
      <dgm:t>
        <a:bodyPr/>
        <a:lstStyle/>
        <a:p>
          <a:endParaRPr lang="en-US"/>
        </a:p>
      </dgm:t>
    </dgm:pt>
    <dgm:pt modelId="{830B3C4A-0E55-4BA2-9194-288F8406E820}" type="sibTrans" cxnId="{524DF6CD-23CC-4417-859C-ADE9E027A3FC}">
      <dgm:prSet/>
      <dgm:spPr/>
      <dgm:t>
        <a:bodyPr/>
        <a:lstStyle/>
        <a:p>
          <a:endParaRPr lang="en-US"/>
        </a:p>
      </dgm:t>
    </dgm:pt>
    <dgm:pt modelId="{7A533A66-7722-493F-BFDD-525ADD677116}">
      <dgm:prSet/>
      <dgm:spPr/>
      <dgm:t>
        <a:bodyPr/>
        <a:lstStyle/>
        <a:p>
          <a:r>
            <a:rPr lang="es-ES" noProof="0" dirty="0"/>
            <a:t> Todas las funcionalidades </a:t>
          </a:r>
          <a:r>
            <a:rPr lang="es-ES" noProof="0" dirty="0" err="1"/>
            <a:t>core</a:t>
          </a:r>
          <a:r>
            <a:rPr lang="es-ES" noProof="0" dirty="0"/>
            <a:t> de vitrina digital operativas y listas</a:t>
          </a:r>
        </a:p>
      </dgm:t>
    </dgm:pt>
    <dgm:pt modelId="{038D4D8C-AC9B-4B98-A9C2-D021300F7FC3}" type="parTrans" cxnId="{E33BAB05-4242-4379-846D-C44CB60FF1C0}">
      <dgm:prSet/>
      <dgm:spPr/>
      <dgm:t>
        <a:bodyPr/>
        <a:lstStyle/>
        <a:p>
          <a:endParaRPr lang="en-US"/>
        </a:p>
      </dgm:t>
    </dgm:pt>
    <dgm:pt modelId="{6815D9B3-3178-40FB-9B61-5A3F98BDEBD4}" type="sibTrans" cxnId="{E33BAB05-4242-4379-846D-C44CB60FF1C0}">
      <dgm:prSet/>
      <dgm:spPr/>
      <dgm:t>
        <a:bodyPr/>
        <a:lstStyle/>
        <a:p>
          <a:endParaRPr lang="en-US"/>
        </a:p>
      </dgm:t>
    </dgm:pt>
    <dgm:pt modelId="{4557EBE2-B233-4D1D-BFF6-192D04879A42}">
      <dgm:prSet/>
      <dgm:spPr/>
      <dgm:t>
        <a:bodyPr/>
        <a:lstStyle/>
        <a:p>
          <a:r>
            <a:rPr lang="es-ES" noProof="0" dirty="0"/>
            <a:t> Arquitectura escalable preparada para futuras expansiones planificadas</a:t>
          </a:r>
        </a:p>
      </dgm:t>
    </dgm:pt>
    <dgm:pt modelId="{0F73ECE9-2AAB-4A37-96E9-B7933A869348}" type="parTrans" cxnId="{84FE091D-28D0-4476-80CE-08AB245CD525}">
      <dgm:prSet/>
      <dgm:spPr/>
      <dgm:t>
        <a:bodyPr/>
        <a:lstStyle/>
        <a:p>
          <a:endParaRPr lang="en-US"/>
        </a:p>
      </dgm:t>
    </dgm:pt>
    <dgm:pt modelId="{81035758-F9CD-42CE-912C-1BD538DB3BC1}" type="sibTrans" cxnId="{84FE091D-28D0-4476-80CE-08AB245CD525}">
      <dgm:prSet/>
      <dgm:spPr/>
      <dgm:t>
        <a:bodyPr/>
        <a:lstStyle/>
        <a:p>
          <a:endParaRPr lang="en-US"/>
        </a:p>
      </dgm:t>
    </dgm:pt>
    <dgm:pt modelId="{65639FA0-749D-4BAD-99BC-0E01365AA232}">
      <dgm:prSet/>
      <dgm:spPr/>
      <dgm:t>
        <a:bodyPr/>
        <a:lstStyle/>
        <a:p>
          <a:r>
            <a:rPr lang="es-ES" noProof="0" dirty="0"/>
            <a:t> Limitación: Carrito de compras visual únicamente, sin procesamiento de pagos</a:t>
          </a:r>
        </a:p>
      </dgm:t>
    </dgm:pt>
    <dgm:pt modelId="{95A5CE1B-1AF4-4527-A922-84A653BCA339}" type="parTrans" cxnId="{43CDA897-4273-45D6-9B45-B93BE7A424DC}">
      <dgm:prSet/>
      <dgm:spPr/>
      <dgm:t>
        <a:bodyPr/>
        <a:lstStyle/>
        <a:p>
          <a:endParaRPr lang="en-US"/>
        </a:p>
      </dgm:t>
    </dgm:pt>
    <dgm:pt modelId="{B2765A05-ED99-4B0F-884F-3D29AE9455FE}" type="sibTrans" cxnId="{43CDA897-4273-45D6-9B45-B93BE7A424DC}">
      <dgm:prSet/>
      <dgm:spPr/>
      <dgm:t>
        <a:bodyPr/>
        <a:lstStyle/>
        <a:p>
          <a:endParaRPr lang="en-US"/>
        </a:p>
      </dgm:t>
    </dgm:pt>
    <dgm:pt modelId="{D4CB7440-B67E-4178-A1E8-45726DB3DB28}">
      <dgm:prSet/>
      <dgm:spPr/>
      <dgm:t>
        <a:bodyPr/>
        <a:lstStyle/>
        <a:p>
          <a:r>
            <a:rPr lang="es-ES" noProof="0" dirty="0"/>
            <a:t> Pendiente: Sistema de métricas y optimizaciones SEO para siguiente fase</a:t>
          </a:r>
        </a:p>
      </dgm:t>
    </dgm:pt>
    <dgm:pt modelId="{B9603EEC-D57C-40F1-8318-FA6D5596A93C}" type="parTrans" cxnId="{CCAF849C-95A5-404D-9BDB-EFDAF9501A40}">
      <dgm:prSet/>
      <dgm:spPr/>
      <dgm:t>
        <a:bodyPr/>
        <a:lstStyle/>
        <a:p>
          <a:endParaRPr lang="en-US"/>
        </a:p>
      </dgm:t>
    </dgm:pt>
    <dgm:pt modelId="{79DAD9ED-17A0-4232-ACCF-F804509BF78F}" type="sibTrans" cxnId="{CCAF849C-95A5-404D-9BDB-EFDAF9501A40}">
      <dgm:prSet/>
      <dgm:spPr/>
      <dgm:t>
        <a:bodyPr/>
        <a:lstStyle/>
        <a:p>
          <a:endParaRPr lang="en-US"/>
        </a:p>
      </dgm:t>
    </dgm:pt>
    <dgm:pt modelId="{616DF44A-8110-45DF-967A-E89860FCEAB2}" type="pres">
      <dgm:prSet presAssocID="{37E4D385-213B-4EAB-8A6A-4AB78059DF82}" presName="linear" presStyleCnt="0">
        <dgm:presLayoutVars>
          <dgm:dir/>
          <dgm:animLvl val="lvl"/>
          <dgm:resizeHandles val="exact"/>
        </dgm:presLayoutVars>
      </dgm:prSet>
      <dgm:spPr/>
    </dgm:pt>
    <dgm:pt modelId="{46564568-F317-42CD-92C3-175A54BE36DD}" type="pres">
      <dgm:prSet presAssocID="{81CAC00B-336A-4066-A093-5DECEB1717FA}" presName="parentLin" presStyleCnt="0"/>
      <dgm:spPr/>
    </dgm:pt>
    <dgm:pt modelId="{E549656C-9BB9-4D69-89ED-1362ADA8641E}" type="pres">
      <dgm:prSet presAssocID="{81CAC00B-336A-4066-A093-5DECEB1717FA}" presName="parentLeftMargin" presStyleLbl="node1" presStyleIdx="0" presStyleCnt="4"/>
      <dgm:spPr/>
    </dgm:pt>
    <dgm:pt modelId="{E4BDB278-0245-4350-AA75-9FF555D6084F}" type="pres">
      <dgm:prSet presAssocID="{81CAC00B-336A-4066-A093-5DECEB1717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A541BF-C266-45DB-A066-378264CBA347}" type="pres">
      <dgm:prSet presAssocID="{81CAC00B-336A-4066-A093-5DECEB1717FA}" presName="negativeSpace" presStyleCnt="0"/>
      <dgm:spPr/>
    </dgm:pt>
    <dgm:pt modelId="{668945D1-14EC-4154-859F-19FF8D10F091}" type="pres">
      <dgm:prSet presAssocID="{81CAC00B-336A-4066-A093-5DECEB1717FA}" presName="childText" presStyleLbl="conFgAcc1" presStyleIdx="0" presStyleCnt="4">
        <dgm:presLayoutVars>
          <dgm:bulletEnabled val="1"/>
        </dgm:presLayoutVars>
      </dgm:prSet>
      <dgm:spPr/>
    </dgm:pt>
    <dgm:pt modelId="{FCC89919-2534-44F8-91DD-A68DCA259F1D}" type="pres">
      <dgm:prSet presAssocID="{78147E52-7588-424A-993A-A5DA25945203}" presName="spaceBetweenRectangles" presStyleCnt="0"/>
      <dgm:spPr/>
    </dgm:pt>
    <dgm:pt modelId="{F6ADF9DA-B209-4089-A7B9-8412D891EF03}" type="pres">
      <dgm:prSet presAssocID="{F2683526-00E5-4450-960A-43C6D3295B1B}" presName="parentLin" presStyleCnt="0"/>
      <dgm:spPr/>
    </dgm:pt>
    <dgm:pt modelId="{51CF9A7B-0466-4E4D-9C2F-22E6AEF95C21}" type="pres">
      <dgm:prSet presAssocID="{F2683526-00E5-4450-960A-43C6D3295B1B}" presName="parentLeftMargin" presStyleLbl="node1" presStyleIdx="0" presStyleCnt="4"/>
      <dgm:spPr/>
    </dgm:pt>
    <dgm:pt modelId="{C621838C-CA07-4B6D-ADAD-3773AF8556F6}" type="pres">
      <dgm:prSet presAssocID="{F2683526-00E5-4450-960A-43C6D3295B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8516C0-F2AC-4E9F-BBBE-82D190B925CB}" type="pres">
      <dgm:prSet presAssocID="{F2683526-00E5-4450-960A-43C6D3295B1B}" presName="negativeSpace" presStyleCnt="0"/>
      <dgm:spPr/>
    </dgm:pt>
    <dgm:pt modelId="{8C302BBE-BE94-4B49-8084-B588AE789619}" type="pres">
      <dgm:prSet presAssocID="{F2683526-00E5-4450-960A-43C6D3295B1B}" presName="childText" presStyleLbl="conFgAcc1" presStyleIdx="1" presStyleCnt="4">
        <dgm:presLayoutVars>
          <dgm:bulletEnabled val="1"/>
        </dgm:presLayoutVars>
      </dgm:prSet>
      <dgm:spPr/>
    </dgm:pt>
    <dgm:pt modelId="{81D396D4-DF90-4448-B39F-09F0D6656088}" type="pres">
      <dgm:prSet presAssocID="{0DCDEF5A-0AC2-4F21-8022-1495758FAB4D}" presName="spaceBetweenRectangles" presStyleCnt="0"/>
      <dgm:spPr/>
    </dgm:pt>
    <dgm:pt modelId="{20ACB360-BB45-4471-A156-4A19680C229B}" type="pres">
      <dgm:prSet presAssocID="{BADD80D6-8714-494D-A9C4-B4651DE73A60}" presName="parentLin" presStyleCnt="0"/>
      <dgm:spPr/>
    </dgm:pt>
    <dgm:pt modelId="{DC8A507C-00E7-49E1-9C0F-DA8753AF3AFB}" type="pres">
      <dgm:prSet presAssocID="{BADD80D6-8714-494D-A9C4-B4651DE73A60}" presName="parentLeftMargin" presStyleLbl="node1" presStyleIdx="1" presStyleCnt="4"/>
      <dgm:spPr/>
    </dgm:pt>
    <dgm:pt modelId="{C1A830A8-1EAB-4E66-904E-AD326071A67E}" type="pres">
      <dgm:prSet presAssocID="{BADD80D6-8714-494D-A9C4-B4651DE73A6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479E64-C431-4ED7-8F87-3AC787B96C0C}" type="pres">
      <dgm:prSet presAssocID="{BADD80D6-8714-494D-A9C4-B4651DE73A60}" presName="negativeSpace" presStyleCnt="0"/>
      <dgm:spPr/>
    </dgm:pt>
    <dgm:pt modelId="{5568CF0B-1789-422A-A2E5-6FACBB7420CF}" type="pres">
      <dgm:prSet presAssocID="{BADD80D6-8714-494D-A9C4-B4651DE73A60}" presName="childText" presStyleLbl="conFgAcc1" presStyleIdx="2" presStyleCnt="4">
        <dgm:presLayoutVars>
          <dgm:bulletEnabled val="1"/>
        </dgm:presLayoutVars>
      </dgm:prSet>
      <dgm:spPr/>
    </dgm:pt>
    <dgm:pt modelId="{BA29D6BA-A3F8-48EC-9A39-BCD50568AB31}" type="pres">
      <dgm:prSet presAssocID="{1E5F853B-CCFD-490E-BE49-29FF766007F8}" presName="spaceBetweenRectangles" presStyleCnt="0"/>
      <dgm:spPr/>
    </dgm:pt>
    <dgm:pt modelId="{A4A2F7D5-34B6-4255-9272-93CA9A26B4F3}" type="pres">
      <dgm:prSet presAssocID="{3ABD3003-3E4A-4CDF-8054-5DE24E2643E9}" presName="parentLin" presStyleCnt="0"/>
      <dgm:spPr/>
    </dgm:pt>
    <dgm:pt modelId="{8905AE20-9D02-440D-AB67-AE02EBD28466}" type="pres">
      <dgm:prSet presAssocID="{3ABD3003-3E4A-4CDF-8054-5DE24E2643E9}" presName="parentLeftMargin" presStyleLbl="node1" presStyleIdx="2" presStyleCnt="4"/>
      <dgm:spPr/>
    </dgm:pt>
    <dgm:pt modelId="{3F599454-457A-47EE-AB01-72B0B1F748EA}" type="pres">
      <dgm:prSet presAssocID="{3ABD3003-3E4A-4CDF-8054-5DE24E2643E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2BD9913-C766-4C73-8061-F56ACA4B4759}" type="pres">
      <dgm:prSet presAssocID="{3ABD3003-3E4A-4CDF-8054-5DE24E2643E9}" presName="negativeSpace" presStyleCnt="0"/>
      <dgm:spPr/>
    </dgm:pt>
    <dgm:pt modelId="{40FA90EC-FB18-41A9-B31B-8EAEE9EB662F}" type="pres">
      <dgm:prSet presAssocID="{3ABD3003-3E4A-4CDF-8054-5DE24E2643E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8256101-AC28-4D51-B94A-33B039FF515D}" type="presOf" srcId="{F2683526-00E5-4450-960A-43C6D3295B1B}" destId="{51CF9A7B-0466-4E4D-9C2F-22E6AEF95C21}" srcOrd="0" destOrd="0" presId="urn:microsoft.com/office/officeart/2005/8/layout/list1"/>
    <dgm:cxn modelId="{3EB75401-DEF5-452E-8A43-CD9F84241E18}" type="presOf" srcId="{D4CB7440-B67E-4178-A1E8-45726DB3DB28}" destId="{40FA90EC-FB18-41A9-B31B-8EAEE9EB662F}" srcOrd="0" destOrd="4" presId="urn:microsoft.com/office/officeart/2005/8/layout/list1"/>
    <dgm:cxn modelId="{D1446903-1EAA-4255-842D-28BE2EAC64E0}" type="presOf" srcId="{3ABD3003-3E4A-4CDF-8054-5DE24E2643E9}" destId="{3F599454-457A-47EE-AB01-72B0B1F748EA}" srcOrd="1" destOrd="0" presId="urn:microsoft.com/office/officeart/2005/8/layout/list1"/>
    <dgm:cxn modelId="{E33BAB05-4242-4379-846D-C44CB60FF1C0}" srcId="{3ABD3003-3E4A-4CDF-8054-5DE24E2643E9}" destId="{7A533A66-7722-493F-BFDD-525ADD677116}" srcOrd="1" destOrd="0" parTransId="{038D4D8C-AC9B-4B98-A9C2-D021300F7FC3}" sibTransId="{6815D9B3-3178-40FB-9B61-5A3F98BDEBD4}"/>
    <dgm:cxn modelId="{EB54EB08-B292-4C03-B37E-0CFCD2660511}" type="presOf" srcId="{5FC14B7B-ABF9-4983-9EDD-8AC7147B5C26}" destId="{40FA90EC-FB18-41A9-B31B-8EAEE9EB662F}" srcOrd="0" destOrd="0" presId="urn:microsoft.com/office/officeart/2005/8/layout/list1"/>
    <dgm:cxn modelId="{C0E54B0B-F492-4B43-8266-7CBD3C6E3F8B}" type="presOf" srcId="{1EB72D6C-CF5B-402A-921E-1FAF01589506}" destId="{5568CF0B-1789-422A-A2E5-6FACBB7420CF}" srcOrd="0" destOrd="3" presId="urn:microsoft.com/office/officeart/2005/8/layout/list1"/>
    <dgm:cxn modelId="{08307D0E-B2E3-480F-9ACE-EB1F2236B754}" srcId="{BADD80D6-8714-494D-A9C4-B4651DE73A60}" destId="{05E2825E-7CFB-4EC3-84CD-B5BF1BCD13E5}" srcOrd="4" destOrd="0" parTransId="{012292BC-DFEA-4FD9-A580-5AB4A057FF29}" sibTransId="{CE23BAFE-9B6B-4D90-8EEF-31AEC1ACE3BE}"/>
    <dgm:cxn modelId="{63DE931C-D3D6-4BC1-8E89-8B7A3DA5AAF1}" type="presOf" srcId="{7F99CC64-795D-4FCD-8C91-9740589C34AD}" destId="{8C302BBE-BE94-4B49-8084-B588AE789619}" srcOrd="0" destOrd="2" presId="urn:microsoft.com/office/officeart/2005/8/layout/list1"/>
    <dgm:cxn modelId="{84FE091D-28D0-4476-80CE-08AB245CD525}" srcId="{3ABD3003-3E4A-4CDF-8054-5DE24E2643E9}" destId="{4557EBE2-B233-4D1D-BFF6-192D04879A42}" srcOrd="2" destOrd="0" parTransId="{0F73ECE9-2AAB-4A37-96E9-B7933A869348}" sibTransId="{81035758-F9CD-42CE-912C-1BD538DB3BC1}"/>
    <dgm:cxn modelId="{7FC09A1F-63D6-41C2-A193-F4617BFB7824}" srcId="{F2683526-00E5-4450-960A-43C6D3295B1B}" destId="{46406D55-6C43-4FCA-87CC-39181839EDA2}" srcOrd="1" destOrd="0" parTransId="{E0B7E240-B0CD-4C23-9AFE-69152DD496AD}" sibTransId="{0A34EA96-AC6F-490F-ABCA-2ADBC1428E04}"/>
    <dgm:cxn modelId="{7B64092F-52C1-4C01-8862-6D786483633D}" srcId="{F2683526-00E5-4450-960A-43C6D3295B1B}" destId="{7F99CC64-795D-4FCD-8C91-9740589C34AD}" srcOrd="2" destOrd="0" parTransId="{B7E615DC-2D72-490A-A9BA-72B37E57CF01}" sibTransId="{E1D7337C-E56A-46A9-9A10-92B736AF1CEB}"/>
    <dgm:cxn modelId="{AEFBC232-DA98-46E8-BE01-40120F8035DB}" srcId="{F2683526-00E5-4450-960A-43C6D3295B1B}" destId="{61BC4525-15A9-4644-83DD-AC47DC8D7535}" srcOrd="4" destOrd="0" parTransId="{6FD36704-17DC-4A76-89FD-46E98DC2A701}" sibTransId="{8DAAEF3B-814C-432B-AD6E-67CE11FB60A3}"/>
    <dgm:cxn modelId="{46740334-07E9-4D61-BEDD-FCA000E89127}" srcId="{F2683526-00E5-4450-960A-43C6D3295B1B}" destId="{4EE55E6D-10E4-45C1-95C2-4FA64C9A51C9}" srcOrd="3" destOrd="0" parTransId="{23563A55-0090-4D12-A767-F6CAAF7867B7}" sibTransId="{CEF37A64-8B0F-4FB7-8AC8-E2461D27DCD3}"/>
    <dgm:cxn modelId="{9FDA2A40-B73D-4505-BD01-0472C21A6F28}" srcId="{BADD80D6-8714-494D-A9C4-B4651DE73A60}" destId="{1EB72D6C-CF5B-402A-921E-1FAF01589506}" srcOrd="3" destOrd="0" parTransId="{E1BB6B1E-7A99-4503-87CB-114D85CFD637}" sibTransId="{F8D6CD2F-45AE-4E11-BEF3-FC34F9F262AD}"/>
    <dgm:cxn modelId="{2F84675B-BCF7-41BF-87C3-538B8F84299F}" type="presOf" srcId="{BADD80D6-8714-494D-A9C4-B4651DE73A60}" destId="{C1A830A8-1EAB-4E66-904E-AD326071A67E}" srcOrd="1" destOrd="0" presId="urn:microsoft.com/office/officeart/2005/8/layout/list1"/>
    <dgm:cxn modelId="{6874BE5C-FF25-406A-A080-5D73D5B31336}" type="presOf" srcId="{F2683526-00E5-4450-960A-43C6D3295B1B}" destId="{C621838C-CA07-4B6D-ADAD-3773AF8556F6}" srcOrd="1" destOrd="0" presId="urn:microsoft.com/office/officeart/2005/8/layout/list1"/>
    <dgm:cxn modelId="{FADC4A62-5D0C-4EFC-BDAE-CEA37206D437}" type="presOf" srcId="{4F5D4F48-96D6-4A9A-9DDD-68A657C7C341}" destId="{5568CF0B-1789-422A-A2E5-6FACBB7420CF}" srcOrd="0" destOrd="2" presId="urn:microsoft.com/office/officeart/2005/8/layout/list1"/>
    <dgm:cxn modelId="{7DCD4C69-BAFD-4539-B37F-8EA3D45661ED}" type="presOf" srcId="{3ABD3003-3E4A-4CDF-8054-5DE24E2643E9}" destId="{8905AE20-9D02-440D-AB67-AE02EBD28466}" srcOrd="0" destOrd="0" presId="urn:microsoft.com/office/officeart/2005/8/layout/list1"/>
    <dgm:cxn modelId="{8DFF9E4A-399C-4E99-B55F-7B260E7AF5A9}" type="presOf" srcId="{81CAC00B-336A-4066-A093-5DECEB1717FA}" destId="{E549656C-9BB9-4D69-89ED-1362ADA8641E}" srcOrd="0" destOrd="0" presId="urn:microsoft.com/office/officeart/2005/8/layout/list1"/>
    <dgm:cxn modelId="{F426A26F-72EA-49A9-8E5D-8CFB99BDBF69}" srcId="{BADD80D6-8714-494D-A9C4-B4651DE73A60}" destId="{BA872D9B-8950-4FCF-BB20-C6A24DBD40C5}" srcOrd="1" destOrd="0" parTransId="{B1C8E94A-5523-4219-9968-6565A93CFA5E}" sibTransId="{44F136FA-16B2-4E68-B7AF-E3635C136AB0}"/>
    <dgm:cxn modelId="{0976717E-1E9F-4E8A-BC04-B62DFABC1960}" type="presOf" srcId="{7A533A66-7722-493F-BFDD-525ADD677116}" destId="{40FA90EC-FB18-41A9-B31B-8EAEE9EB662F}" srcOrd="0" destOrd="1" presId="urn:microsoft.com/office/officeart/2005/8/layout/list1"/>
    <dgm:cxn modelId="{BF718E7E-06EE-438F-A858-70BF77742DDA}" type="presOf" srcId="{BADD80D6-8714-494D-A9C4-B4651DE73A60}" destId="{DC8A507C-00E7-49E1-9C0F-DA8753AF3AFB}" srcOrd="0" destOrd="0" presId="urn:microsoft.com/office/officeart/2005/8/layout/list1"/>
    <dgm:cxn modelId="{3A069F80-5BAF-4A0B-9E57-9F6BD49F9D9C}" srcId="{37E4D385-213B-4EAB-8A6A-4AB78059DF82}" destId="{F2683526-00E5-4450-960A-43C6D3295B1B}" srcOrd="1" destOrd="0" parTransId="{9A4A5BC0-B5C9-4E54-B11E-F0E3AC9906D8}" sibTransId="{0DCDEF5A-0AC2-4F21-8022-1495758FAB4D}"/>
    <dgm:cxn modelId="{4430EF8A-9D50-4A1E-98D0-DD87E62233CA}" type="presOf" srcId="{A2DC3EF2-1E0D-4662-AB1A-AB770FE102D5}" destId="{8C302BBE-BE94-4B49-8084-B588AE789619}" srcOrd="0" destOrd="0" presId="urn:microsoft.com/office/officeart/2005/8/layout/list1"/>
    <dgm:cxn modelId="{72FD878C-EB53-4F30-B12E-3315B137EBC8}" type="presOf" srcId="{BA872D9B-8950-4FCF-BB20-C6A24DBD40C5}" destId="{5568CF0B-1789-422A-A2E5-6FACBB7420CF}" srcOrd="0" destOrd="1" presId="urn:microsoft.com/office/officeart/2005/8/layout/list1"/>
    <dgm:cxn modelId="{6B1AD98C-6A8C-46D9-8984-AD056C3F6C4E}" type="presOf" srcId="{05E2825E-7CFB-4EC3-84CD-B5BF1BCD13E5}" destId="{5568CF0B-1789-422A-A2E5-6FACBB7420CF}" srcOrd="0" destOrd="4" presId="urn:microsoft.com/office/officeart/2005/8/layout/list1"/>
    <dgm:cxn modelId="{0AAE5895-B6DA-4812-8386-9A8B01F3AD97}" type="presOf" srcId="{4557EBE2-B233-4D1D-BFF6-192D04879A42}" destId="{40FA90EC-FB18-41A9-B31B-8EAEE9EB662F}" srcOrd="0" destOrd="2" presId="urn:microsoft.com/office/officeart/2005/8/layout/list1"/>
    <dgm:cxn modelId="{43CDA897-4273-45D6-9B45-B93BE7A424DC}" srcId="{3ABD3003-3E4A-4CDF-8054-5DE24E2643E9}" destId="{65639FA0-749D-4BAD-99BC-0E01365AA232}" srcOrd="3" destOrd="0" parTransId="{95A5CE1B-1AF4-4527-A922-84A653BCA339}" sibTransId="{B2765A05-ED99-4B0F-884F-3D29AE9455FE}"/>
    <dgm:cxn modelId="{03747F9B-9938-4622-9127-64321D0F74DD}" type="presOf" srcId="{65639FA0-749D-4BAD-99BC-0E01365AA232}" destId="{40FA90EC-FB18-41A9-B31B-8EAEE9EB662F}" srcOrd="0" destOrd="3" presId="urn:microsoft.com/office/officeart/2005/8/layout/list1"/>
    <dgm:cxn modelId="{CCAF849C-95A5-404D-9BDB-EFDAF9501A40}" srcId="{3ABD3003-3E4A-4CDF-8054-5DE24E2643E9}" destId="{D4CB7440-B67E-4178-A1E8-45726DB3DB28}" srcOrd="4" destOrd="0" parTransId="{B9603EEC-D57C-40F1-8318-FA6D5596A93C}" sibTransId="{79DAD9ED-17A0-4232-ACCF-F804509BF78F}"/>
    <dgm:cxn modelId="{62E22EA1-1DDA-40B0-9212-58E34F9B23B4}" srcId="{37E4D385-213B-4EAB-8A6A-4AB78059DF82}" destId="{3ABD3003-3E4A-4CDF-8054-5DE24E2643E9}" srcOrd="3" destOrd="0" parTransId="{350687F1-B279-42F1-B13B-6B6FA6DF221D}" sibTransId="{F44EB60E-9B06-464B-B4FD-1045B98ED1C9}"/>
    <dgm:cxn modelId="{7317AEAA-8AA1-4C1A-B05D-C4C74AEFA2DF}" srcId="{BADD80D6-8714-494D-A9C4-B4651DE73A60}" destId="{411EE2C7-9514-49F7-81FE-09F4F8D254CD}" srcOrd="0" destOrd="0" parTransId="{76177434-4798-4752-8E86-DDC2793D9C24}" sibTransId="{55FA8FEE-1369-4C24-90C2-CA71332E185C}"/>
    <dgm:cxn modelId="{6B28E0B3-C3C2-4126-9F8D-FFC809347D84}" type="presOf" srcId="{81CAC00B-336A-4066-A093-5DECEB1717FA}" destId="{E4BDB278-0245-4350-AA75-9FF555D6084F}" srcOrd="1" destOrd="0" presId="urn:microsoft.com/office/officeart/2005/8/layout/list1"/>
    <dgm:cxn modelId="{8EA91BB5-01FE-4886-9213-0C88239ABAAE}" type="presOf" srcId="{61BC4525-15A9-4644-83DD-AC47DC8D7535}" destId="{8C302BBE-BE94-4B49-8084-B588AE789619}" srcOrd="0" destOrd="4" presId="urn:microsoft.com/office/officeart/2005/8/layout/list1"/>
    <dgm:cxn modelId="{FE2AC4C7-11B2-4C1E-85DF-4EF74E1BA9C4}" srcId="{BADD80D6-8714-494D-A9C4-B4651DE73A60}" destId="{4F5D4F48-96D6-4A9A-9DDD-68A657C7C341}" srcOrd="2" destOrd="0" parTransId="{3BE8DE54-0809-441D-837C-5B393FB5CB70}" sibTransId="{C1DFE121-63E9-4CB1-9F76-5E5AE249A15E}"/>
    <dgm:cxn modelId="{B6BEE7C8-334F-4920-A833-99534E36F4F5}" srcId="{37E4D385-213B-4EAB-8A6A-4AB78059DF82}" destId="{BADD80D6-8714-494D-A9C4-B4651DE73A60}" srcOrd="2" destOrd="0" parTransId="{8BBE8501-E51B-448F-9EFB-ECFDA7C8C1F7}" sibTransId="{1E5F853B-CCFD-490E-BE49-29FF766007F8}"/>
    <dgm:cxn modelId="{524DF6CD-23CC-4417-859C-ADE9E027A3FC}" srcId="{3ABD3003-3E4A-4CDF-8054-5DE24E2643E9}" destId="{5FC14B7B-ABF9-4983-9EDD-8AC7147B5C26}" srcOrd="0" destOrd="0" parTransId="{07576382-FB84-4D7C-B396-305A4D1B3597}" sibTransId="{830B3C4A-0E55-4BA2-9194-288F8406E820}"/>
    <dgm:cxn modelId="{CDF24DD1-953F-4614-B0CE-20CEF08FB4EB}" type="presOf" srcId="{37E4D385-213B-4EAB-8A6A-4AB78059DF82}" destId="{616DF44A-8110-45DF-967A-E89860FCEAB2}" srcOrd="0" destOrd="0" presId="urn:microsoft.com/office/officeart/2005/8/layout/list1"/>
    <dgm:cxn modelId="{E67D0BD2-FCED-4BF6-9F0F-A64082BED3E9}" type="presOf" srcId="{411EE2C7-9514-49F7-81FE-09F4F8D254CD}" destId="{5568CF0B-1789-422A-A2E5-6FACBB7420CF}" srcOrd="0" destOrd="0" presId="urn:microsoft.com/office/officeart/2005/8/layout/list1"/>
    <dgm:cxn modelId="{FFA2FBD2-4662-445B-8ECB-D5549B86C0FE}" type="presOf" srcId="{4EE55E6D-10E4-45C1-95C2-4FA64C9A51C9}" destId="{8C302BBE-BE94-4B49-8084-B588AE789619}" srcOrd="0" destOrd="3" presId="urn:microsoft.com/office/officeart/2005/8/layout/list1"/>
    <dgm:cxn modelId="{856E21DC-1F7E-486B-968C-15FF79F342C2}" srcId="{F2683526-00E5-4450-960A-43C6D3295B1B}" destId="{A2DC3EF2-1E0D-4662-AB1A-AB770FE102D5}" srcOrd="0" destOrd="0" parTransId="{353D34A8-448F-46FB-8341-40FC2B96CA4C}" sibTransId="{024517E9-2D0C-42DF-B7F7-A4E7553D4A2D}"/>
    <dgm:cxn modelId="{D08303DF-2942-4751-9877-4B8AEFE4CA83}" srcId="{37E4D385-213B-4EAB-8A6A-4AB78059DF82}" destId="{81CAC00B-336A-4066-A093-5DECEB1717FA}" srcOrd="0" destOrd="0" parTransId="{294FC533-5958-4A95-8BE3-6060C294D890}" sibTransId="{78147E52-7588-424A-993A-A5DA25945203}"/>
    <dgm:cxn modelId="{79C7A4FB-84DF-4464-A9D9-951757A2042B}" type="presOf" srcId="{46406D55-6C43-4FCA-87CC-39181839EDA2}" destId="{8C302BBE-BE94-4B49-8084-B588AE789619}" srcOrd="0" destOrd="1" presId="urn:microsoft.com/office/officeart/2005/8/layout/list1"/>
    <dgm:cxn modelId="{67E7C429-2C8E-4A7B-A43D-BDF1296F104E}" type="presParOf" srcId="{616DF44A-8110-45DF-967A-E89860FCEAB2}" destId="{46564568-F317-42CD-92C3-175A54BE36DD}" srcOrd="0" destOrd="0" presId="urn:microsoft.com/office/officeart/2005/8/layout/list1"/>
    <dgm:cxn modelId="{44B22F54-69F3-4CA3-8E70-5253E3FFCC65}" type="presParOf" srcId="{46564568-F317-42CD-92C3-175A54BE36DD}" destId="{E549656C-9BB9-4D69-89ED-1362ADA8641E}" srcOrd="0" destOrd="0" presId="urn:microsoft.com/office/officeart/2005/8/layout/list1"/>
    <dgm:cxn modelId="{8BEBBB2D-2EDF-4D64-831B-178FDB1EA9A0}" type="presParOf" srcId="{46564568-F317-42CD-92C3-175A54BE36DD}" destId="{E4BDB278-0245-4350-AA75-9FF555D6084F}" srcOrd="1" destOrd="0" presId="urn:microsoft.com/office/officeart/2005/8/layout/list1"/>
    <dgm:cxn modelId="{6E4BAC2C-E9E9-4E2E-9884-9217E81DF748}" type="presParOf" srcId="{616DF44A-8110-45DF-967A-E89860FCEAB2}" destId="{3CA541BF-C266-45DB-A066-378264CBA347}" srcOrd="1" destOrd="0" presId="urn:microsoft.com/office/officeart/2005/8/layout/list1"/>
    <dgm:cxn modelId="{6D3B3088-CD86-43FE-BC09-3380D9F4536C}" type="presParOf" srcId="{616DF44A-8110-45DF-967A-E89860FCEAB2}" destId="{668945D1-14EC-4154-859F-19FF8D10F091}" srcOrd="2" destOrd="0" presId="urn:microsoft.com/office/officeart/2005/8/layout/list1"/>
    <dgm:cxn modelId="{4188F369-0AE3-49F3-9A8C-3FE5C418A44D}" type="presParOf" srcId="{616DF44A-8110-45DF-967A-E89860FCEAB2}" destId="{FCC89919-2534-44F8-91DD-A68DCA259F1D}" srcOrd="3" destOrd="0" presId="urn:microsoft.com/office/officeart/2005/8/layout/list1"/>
    <dgm:cxn modelId="{F1EFE7C9-363F-4A8B-897E-D68F89B0ED51}" type="presParOf" srcId="{616DF44A-8110-45DF-967A-E89860FCEAB2}" destId="{F6ADF9DA-B209-4089-A7B9-8412D891EF03}" srcOrd="4" destOrd="0" presId="urn:microsoft.com/office/officeart/2005/8/layout/list1"/>
    <dgm:cxn modelId="{7575FB9C-54E5-4C2A-9948-150AC7C84104}" type="presParOf" srcId="{F6ADF9DA-B209-4089-A7B9-8412D891EF03}" destId="{51CF9A7B-0466-4E4D-9C2F-22E6AEF95C21}" srcOrd="0" destOrd="0" presId="urn:microsoft.com/office/officeart/2005/8/layout/list1"/>
    <dgm:cxn modelId="{4DFAD7C5-0357-4691-929E-D40DB716CDD7}" type="presParOf" srcId="{F6ADF9DA-B209-4089-A7B9-8412D891EF03}" destId="{C621838C-CA07-4B6D-ADAD-3773AF8556F6}" srcOrd="1" destOrd="0" presId="urn:microsoft.com/office/officeart/2005/8/layout/list1"/>
    <dgm:cxn modelId="{F953E077-616E-4D80-A185-E32D31403A8F}" type="presParOf" srcId="{616DF44A-8110-45DF-967A-E89860FCEAB2}" destId="{C28516C0-F2AC-4E9F-BBBE-82D190B925CB}" srcOrd="5" destOrd="0" presId="urn:microsoft.com/office/officeart/2005/8/layout/list1"/>
    <dgm:cxn modelId="{D01F26D5-183E-427D-81D0-3B0796115FCE}" type="presParOf" srcId="{616DF44A-8110-45DF-967A-E89860FCEAB2}" destId="{8C302BBE-BE94-4B49-8084-B588AE789619}" srcOrd="6" destOrd="0" presId="urn:microsoft.com/office/officeart/2005/8/layout/list1"/>
    <dgm:cxn modelId="{AB1AEA7C-D4E4-4013-932F-5A654C3ACB91}" type="presParOf" srcId="{616DF44A-8110-45DF-967A-E89860FCEAB2}" destId="{81D396D4-DF90-4448-B39F-09F0D6656088}" srcOrd="7" destOrd="0" presId="urn:microsoft.com/office/officeart/2005/8/layout/list1"/>
    <dgm:cxn modelId="{0E98CF46-1749-4EB3-8A85-86F31BFE9A65}" type="presParOf" srcId="{616DF44A-8110-45DF-967A-E89860FCEAB2}" destId="{20ACB360-BB45-4471-A156-4A19680C229B}" srcOrd="8" destOrd="0" presId="urn:microsoft.com/office/officeart/2005/8/layout/list1"/>
    <dgm:cxn modelId="{77A81C11-3140-4916-86F9-936BDC6B823C}" type="presParOf" srcId="{20ACB360-BB45-4471-A156-4A19680C229B}" destId="{DC8A507C-00E7-49E1-9C0F-DA8753AF3AFB}" srcOrd="0" destOrd="0" presId="urn:microsoft.com/office/officeart/2005/8/layout/list1"/>
    <dgm:cxn modelId="{26FC649B-002E-4618-B1D6-5813D7A623AE}" type="presParOf" srcId="{20ACB360-BB45-4471-A156-4A19680C229B}" destId="{C1A830A8-1EAB-4E66-904E-AD326071A67E}" srcOrd="1" destOrd="0" presId="urn:microsoft.com/office/officeart/2005/8/layout/list1"/>
    <dgm:cxn modelId="{1E10219C-2A98-45FF-B4B0-150F909077EB}" type="presParOf" srcId="{616DF44A-8110-45DF-967A-E89860FCEAB2}" destId="{8A479E64-C431-4ED7-8F87-3AC787B96C0C}" srcOrd="9" destOrd="0" presId="urn:microsoft.com/office/officeart/2005/8/layout/list1"/>
    <dgm:cxn modelId="{E9DBF727-4C79-4D5B-9BFA-CD229B6F3135}" type="presParOf" srcId="{616DF44A-8110-45DF-967A-E89860FCEAB2}" destId="{5568CF0B-1789-422A-A2E5-6FACBB7420CF}" srcOrd="10" destOrd="0" presId="urn:microsoft.com/office/officeart/2005/8/layout/list1"/>
    <dgm:cxn modelId="{A87971A7-0E85-4A94-AD12-DD824A98058F}" type="presParOf" srcId="{616DF44A-8110-45DF-967A-E89860FCEAB2}" destId="{BA29D6BA-A3F8-48EC-9A39-BCD50568AB31}" srcOrd="11" destOrd="0" presId="urn:microsoft.com/office/officeart/2005/8/layout/list1"/>
    <dgm:cxn modelId="{EEEF0E85-5F86-4CE7-A4E1-B46619E93924}" type="presParOf" srcId="{616DF44A-8110-45DF-967A-E89860FCEAB2}" destId="{A4A2F7D5-34B6-4255-9272-93CA9A26B4F3}" srcOrd="12" destOrd="0" presId="urn:microsoft.com/office/officeart/2005/8/layout/list1"/>
    <dgm:cxn modelId="{D495029B-7230-4AE3-8951-849D73BD738C}" type="presParOf" srcId="{A4A2F7D5-34B6-4255-9272-93CA9A26B4F3}" destId="{8905AE20-9D02-440D-AB67-AE02EBD28466}" srcOrd="0" destOrd="0" presId="urn:microsoft.com/office/officeart/2005/8/layout/list1"/>
    <dgm:cxn modelId="{AA937D60-DF36-4288-ABA8-41555C684A41}" type="presParOf" srcId="{A4A2F7D5-34B6-4255-9272-93CA9A26B4F3}" destId="{3F599454-457A-47EE-AB01-72B0B1F748EA}" srcOrd="1" destOrd="0" presId="urn:microsoft.com/office/officeart/2005/8/layout/list1"/>
    <dgm:cxn modelId="{742D7567-5819-408A-B222-BB5DEDD179C9}" type="presParOf" srcId="{616DF44A-8110-45DF-967A-E89860FCEAB2}" destId="{92BD9913-C766-4C73-8061-F56ACA4B4759}" srcOrd="13" destOrd="0" presId="urn:microsoft.com/office/officeart/2005/8/layout/list1"/>
    <dgm:cxn modelId="{E75CA6AA-DC43-4E7E-8F26-8F30E3B816DB}" type="presParOf" srcId="{616DF44A-8110-45DF-967A-E89860FCEAB2}" destId="{40FA90EC-FB18-41A9-B31B-8EAEE9EB662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B897AF-1C58-4ED7-BA9D-5B585E36410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0D4994-824A-4756-9BB8-0ECFEE7BBE0D}">
      <dgm:prSet/>
      <dgm:spPr/>
      <dgm:t>
        <a:bodyPr/>
        <a:lstStyle/>
        <a:p>
          <a:pPr>
            <a:defRPr b="1"/>
          </a:pPr>
          <a:r>
            <a:rPr lang="es-ES" b="1" noProof="0" dirty="0"/>
            <a:t>OPTIMIZACIONES TECNICAS PENDIENTES</a:t>
          </a:r>
          <a:endParaRPr lang="es-ES" noProof="0" dirty="0"/>
        </a:p>
      </dgm:t>
    </dgm:pt>
    <dgm:pt modelId="{6046974D-AF32-4275-9AC6-D1779A7E305A}" type="parTrans" cxnId="{AE9609AA-B976-47FD-9227-45B63E4B0BF9}">
      <dgm:prSet/>
      <dgm:spPr/>
      <dgm:t>
        <a:bodyPr/>
        <a:lstStyle/>
        <a:p>
          <a:endParaRPr lang="en-US"/>
        </a:p>
      </dgm:t>
    </dgm:pt>
    <dgm:pt modelId="{19AFEFD0-080A-4DA7-B2A0-4B94E476D632}" type="sibTrans" cxnId="{AE9609AA-B976-47FD-9227-45B63E4B0BF9}">
      <dgm:prSet/>
      <dgm:spPr/>
      <dgm:t>
        <a:bodyPr/>
        <a:lstStyle/>
        <a:p>
          <a:endParaRPr lang="en-US"/>
        </a:p>
      </dgm:t>
    </dgm:pt>
    <dgm:pt modelId="{4BEB6FA5-91B2-4E60-BCD6-2E0AFD8777C2}">
      <dgm:prSet/>
      <dgm:spPr/>
      <dgm:t>
        <a:bodyPr/>
        <a:lstStyle/>
        <a:p>
          <a:r>
            <a:rPr lang="es-ES" noProof="0" dirty="0" err="1"/>
            <a:t>Implementacion</a:t>
          </a:r>
          <a:r>
            <a:rPr lang="es-ES" noProof="0" dirty="0"/>
            <a:t> de sistema de </a:t>
          </a:r>
          <a:r>
            <a:rPr lang="es-ES" noProof="0" dirty="0" err="1"/>
            <a:t>metricas</a:t>
          </a:r>
          <a:r>
            <a:rPr lang="es-ES" noProof="0" dirty="0"/>
            <a:t> </a:t>
          </a:r>
          <a:r>
            <a:rPr lang="es-ES" noProof="0" dirty="0" err="1"/>
            <a:t>basicas</a:t>
          </a:r>
          <a:r>
            <a:rPr lang="es-ES" noProof="0" dirty="0"/>
            <a:t> para administradores</a:t>
          </a:r>
        </a:p>
      </dgm:t>
    </dgm:pt>
    <dgm:pt modelId="{BCDE97A2-90FC-442D-B65C-05E33704CCF4}" type="parTrans" cxnId="{B636F390-5F2F-4E2F-B931-14A0E3364162}">
      <dgm:prSet/>
      <dgm:spPr/>
      <dgm:t>
        <a:bodyPr/>
        <a:lstStyle/>
        <a:p>
          <a:endParaRPr lang="en-US"/>
        </a:p>
      </dgm:t>
    </dgm:pt>
    <dgm:pt modelId="{F877B0D5-4421-4FD4-BAEA-018AC978CC3B}" type="sibTrans" cxnId="{B636F390-5F2F-4E2F-B931-14A0E3364162}">
      <dgm:prSet/>
      <dgm:spPr/>
      <dgm:t>
        <a:bodyPr/>
        <a:lstStyle/>
        <a:p>
          <a:endParaRPr lang="en-US"/>
        </a:p>
      </dgm:t>
    </dgm:pt>
    <dgm:pt modelId="{EDE040E5-EEF8-4BC2-975C-E61F71D4B8D5}">
      <dgm:prSet/>
      <dgm:spPr/>
      <dgm:t>
        <a:bodyPr/>
        <a:lstStyle/>
        <a:p>
          <a:r>
            <a:rPr lang="es-ES" noProof="0" dirty="0" err="1"/>
            <a:t>Optimizacion</a:t>
          </a:r>
          <a:r>
            <a:rPr lang="es-ES" noProof="0" dirty="0"/>
            <a:t> avanzada de SEO</a:t>
          </a:r>
        </a:p>
        <a:p>
          <a:r>
            <a:rPr lang="es-ES" noProof="0" dirty="0"/>
            <a:t>Mejoras en el editor de blog con vista previa en tiempo real</a:t>
          </a:r>
        </a:p>
      </dgm:t>
    </dgm:pt>
    <dgm:pt modelId="{631AE564-9A9B-48B0-BD20-DD62E41E471F}" type="parTrans" cxnId="{D8216FCB-CB57-4B48-8DE3-9FF1A9BC6B13}">
      <dgm:prSet/>
      <dgm:spPr/>
      <dgm:t>
        <a:bodyPr/>
        <a:lstStyle/>
        <a:p>
          <a:endParaRPr lang="en-US"/>
        </a:p>
      </dgm:t>
    </dgm:pt>
    <dgm:pt modelId="{7BED05AD-A76B-4807-9A48-ACB36930311F}" type="sibTrans" cxnId="{D8216FCB-CB57-4B48-8DE3-9FF1A9BC6B13}">
      <dgm:prSet/>
      <dgm:spPr/>
      <dgm:t>
        <a:bodyPr/>
        <a:lstStyle/>
        <a:p>
          <a:endParaRPr lang="en-US"/>
        </a:p>
      </dgm:t>
    </dgm:pt>
    <dgm:pt modelId="{FACD84D9-0D67-48E4-8311-641E5BD22A54}">
      <dgm:prSet/>
      <dgm:spPr/>
      <dgm:t>
        <a:bodyPr/>
        <a:lstStyle/>
        <a:p>
          <a:r>
            <a:rPr lang="es-ES" noProof="0" dirty="0" err="1"/>
            <a:t>Implementacion</a:t>
          </a:r>
          <a:r>
            <a:rPr lang="es-ES" noProof="0" dirty="0"/>
            <a:t> de cache del lado cliente para mejor performance</a:t>
          </a:r>
        </a:p>
      </dgm:t>
    </dgm:pt>
    <dgm:pt modelId="{7BE7A0F4-2F67-4BB0-8F35-8E5DF9EE7278}" type="parTrans" cxnId="{4F3ACB55-B2C3-4F07-92F5-DCC37D21E04D}">
      <dgm:prSet/>
      <dgm:spPr/>
      <dgm:t>
        <a:bodyPr/>
        <a:lstStyle/>
        <a:p>
          <a:endParaRPr lang="en-US"/>
        </a:p>
      </dgm:t>
    </dgm:pt>
    <dgm:pt modelId="{BDBA51A7-94AA-4BA0-A2BE-72AD1966AB17}" type="sibTrans" cxnId="{4F3ACB55-B2C3-4F07-92F5-DCC37D21E04D}">
      <dgm:prSet/>
      <dgm:spPr/>
      <dgm:t>
        <a:bodyPr/>
        <a:lstStyle/>
        <a:p>
          <a:endParaRPr lang="en-US"/>
        </a:p>
      </dgm:t>
    </dgm:pt>
    <dgm:pt modelId="{3A4D484C-8815-42AF-BBB0-623422B32256}">
      <dgm:prSet/>
      <dgm:spPr/>
      <dgm:t>
        <a:bodyPr/>
        <a:lstStyle/>
        <a:p>
          <a:r>
            <a:rPr lang="es-ES" noProof="0" dirty="0"/>
            <a:t>Validaciones adicionales de seguridad en formularios </a:t>
          </a:r>
          <a:r>
            <a:rPr lang="es-ES" noProof="0" dirty="0" err="1"/>
            <a:t>publicos</a:t>
          </a:r>
          <a:endParaRPr lang="es-ES" noProof="0" dirty="0"/>
        </a:p>
      </dgm:t>
    </dgm:pt>
    <dgm:pt modelId="{6F94B191-AD89-4C6C-9DBA-B2B1D7022446}" type="parTrans" cxnId="{296A1337-4AF1-4529-998B-600C205062C5}">
      <dgm:prSet/>
      <dgm:spPr/>
      <dgm:t>
        <a:bodyPr/>
        <a:lstStyle/>
        <a:p>
          <a:endParaRPr lang="en-US"/>
        </a:p>
      </dgm:t>
    </dgm:pt>
    <dgm:pt modelId="{16920CED-BC4C-4650-AB9F-FC678402B1D0}" type="sibTrans" cxnId="{296A1337-4AF1-4529-998B-600C205062C5}">
      <dgm:prSet/>
      <dgm:spPr/>
      <dgm:t>
        <a:bodyPr/>
        <a:lstStyle/>
        <a:p>
          <a:endParaRPr lang="en-US"/>
        </a:p>
      </dgm:t>
    </dgm:pt>
    <dgm:pt modelId="{4A98490C-4B44-4E9E-BF2F-7DBC3C0A4CEB}">
      <dgm:prSet/>
      <dgm:spPr/>
      <dgm:t>
        <a:bodyPr/>
        <a:lstStyle/>
        <a:p>
          <a:pPr>
            <a:defRPr b="1"/>
          </a:pPr>
          <a:r>
            <a:rPr lang="es-ES" b="1" noProof="0" dirty="0"/>
            <a:t>MEJORAS DE EXPERIENCIA DE USUARIO</a:t>
          </a:r>
          <a:endParaRPr lang="es-ES" noProof="0" dirty="0"/>
        </a:p>
      </dgm:t>
    </dgm:pt>
    <dgm:pt modelId="{F765C50C-6BB8-4FFB-810A-799C128D587D}" type="parTrans" cxnId="{915E8CD4-E946-4BC7-A13B-EC68ED4FDA95}">
      <dgm:prSet/>
      <dgm:spPr/>
      <dgm:t>
        <a:bodyPr/>
        <a:lstStyle/>
        <a:p>
          <a:endParaRPr lang="en-US"/>
        </a:p>
      </dgm:t>
    </dgm:pt>
    <dgm:pt modelId="{F8B85D98-6677-49AB-8B58-23D9D891E222}" type="sibTrans" cxnId="{915E8CD4-E946-4BC7-A13B-EC68ED4FDA95}">
      <dgm:prSet/>
      <dgm:spPr/>
      <dgm:t>
        <a:bodyPr/>
        <a:lstStyle/>
        <a:p>
          <a:endParaRPr lang="en-US"/>
        </a:p>
      </dgm:t>
    </dgm:pt>
    <dgm:pt modelId="{F04864D2-F21C-426B-993D-4E0BD37E088B}">
      <dgm:prSet/>
      <dgm:spPr/>
      <dgm:t>
        <a:bodyPr/>
        <a:lstStyle/>
        <a:p>
          <a:r>
            <a:rPr lang="es-ES" noProof="0" dirty="0" err="1"/>
            <a:t>Optimizacion</a:t>
          </a:r>
          <a:r>
            <a:rPr lang="es-ES" noProof="0" dirty="0"/>
            <a:t> de carga de </a:t>
          </a:r>
          <a:r>
            <a:rPr lang="es-ES" noProof="0" dirty="0" err="1"/>
            <a:t>imagenes</a:t>
          </a:r>
          <a:endParaRPr lang="es-ES" noProof="0" dirty="0"/>
        </a:p>
        <a:p>
          <a:r>
            <a:rPr lang="es-ES" noProof="0" dirty="0" err="1"/>
            <a:t>Implementacion</a:t>
          </a:r>
          <a:r>
            <a:rPr lang="es-ES" noProof="0" dirty="0"/>
            <a:t> de breadcrumbs para mejor </a:t>
          </a:r>
          <a:r>
            <a:rPr lang="es-ES" noProof="0" dirty="0" err="1"/>
            <a:t>navegacion</a:t>
          </a:r>
          <a:endParaRPr lang="es-ES" noProof="0" dirty="0"/>
        </a:p>
      </dgm:t>
    </dgm:pt>
    <dgm:pt modelId="{A5A60DD5-3AFD-4D2B-964F-7F0960871DCB}" type="parTrans" cxnId="{000EB23A-728C-4D3C-BCDA-34469400ACC4}">
      <dgm:prSet/>
      <dgm:spPr/>
      <dgm:t>
        <a:bodyPr/>
        <a:lstStyle/>
        <a:p>
          <a:endParaRPr lang="en-US"/>
        </a:p>
      </dgm:t>
    </dgm:pt>
    <dgm:pt modelId="{F7C12A69-2B55-436C-B010-C0F5157428D6}" type="sibTrans" cxnId="{000EB23A-728C-4D3C-BCDA-34469400ACC4}">
      <dgm:prSet/>
      <dgm:spPr/>
      <dgm:t>
        <a:bodyPr/>
        <a:lstStyle/>
        <a:p>
          <a:endParaRPr lang="en-US"/>
        </a:p>
      </dgm:t>
    </dgm:pt>
    <dgm:pt modelId="{D033EB91-4D9C-4E2D-A506-898A5715FB93}">
      <dgm:prSet/>
      <dgm:spPr/>
      <dgm:t>
        <a:bodyPr/>
        <a:lstStyle/>
        <a:p>
          <a:r>
            <a:rPr lang="es-ES" noProof="0" dirty="0"/>
            <a:t>Sistema de </a:t>
          </a:r>
          <a:r>
            <a:rPr lang="es-ES" noProof="0" dirty="0" err="1"/>
            <a:t>busqueda</a:t>
          </a:r>
          <a:r>
            <a:rPr lang="es-ES" noProof="0" dirty="0"/>
            <a:t> inteligente con sugerencias </a:t>
          </a:r>
          <a:r>
            <a:rPr lang="es-ES" noProof="0" dirty="0" err="1"/>
            <a:t>automaticas</a:t>
          </a:r>
          <a:endParaRPr lang="es-ES" noProof="0" dirty="0"/>
        </a:p>
      </dgm:t>
    </dgm:pt>
    <dgm:pt modelId="{D042133D-D792-44C5-A482-541118DD2C4F}" type="parTrans" cxnId="{23064CBB-857B-4CB7-B0F4-ED2FC7A1F9D8}">
      <dgm:prSet/>
      <dgm:spPr/>
      <dgm:t>
        <a:bodyPr/>
        <a:lstStyle/>
        <a:p>
          <a:endParaRPr lang="en-US"/>
        </a:p>
      </dgm:t>
    </dgm:pt>
    <dgm:pt modelId="{6B6C3A72-A551-4B90-A2B9-4BD4C26D3F64}" type="sibTrans" cxnId="{23064CBB-857B-4CB7-B0F4-ED2FC7A1F9D8}">
      <dgm:prSet/>
      <dgm:spPr/>
      <dgm:t>
        <a:bodyPr/>
        <a:lstStyle/>
        <a:p>
          <a:endParaRPr lang="en-US"/>
        </a:p>
      </dgm:t>
    </dgm:pt>
    <dgm:pt modelId="{753B4369-8E48-4127-A4CD-75A7DECA177A}">
      <dgm:prSet/>
      <dgm:spPr/>
      <dgm:t>
        <a:bodyPr/>
        <a:lstStyle/>
        <a:p>
          <a:r>
            <a:rPr lang="es-ES" noProof="0" dirty="0"/>
            <a:t>Mejoras en la accesibilidad para usuarios con discapacidades</a:t>
          </a:r>
        </a:p>
      </dgm:t>
    </dgm:pt>
    <dgm:pt modelId="{75021882-108A-4F0A-B567-9DC78206A058}" type="parTrans" cxnId="{7E1C536A-9FF9-4723-858E-D7C4AF134706}">
      <dgm:prSet/>
      <dgm:spPr/>
      <dgm:t>
        <a:bodyPr/>
        <a:lstStyle/>
        <a:p>
          <a:endParaRPr lang="en-US"/>
        </a:p>
      </dgm:t>
    </dgm:pt>
    <dgm:pt modelId="{A1DC7A49-3C93-44A6-AF3A-3D9A56C1F9B3}" type="sibTrans" cxnId="{7E1C536A-9FF9-4723-858E-D7C4AF134706}">
      <dgm:prSet/>
      <dgm:spPr/>
      <dgm:t>
        <a:bodyPr/>
        <a:lstStyle/>
        <a:p>
          <a:endParaRPr lang="en-US"/>
        </a:p>
      </dgm:t>
    </dgm:pt>
    <dgm:pt modelId="{5A1DF241-3E63-4C32-A24F-5AC146D58277}">
      <dgm:prSet/>
      <dgm:spPr/>
      <dgm:t>
        <a:bodyPr/>
        <a:lstStyle/>
        <a:p>
          <a:r>
            <a:rPr lang="es-ES" noProof="0" dirty="0" err="1"/>
            <a:t>Optimizacion</a:t>
          </a:r>
          <a:r>
            <a:rPr lang="es-ES" noProof="0" dirty="0"/>
            <a:t> especifica para dispositivos </a:t>
          </a:r>
          <a:r>
            <a:rPr lang="es-ES" noProof="0" dirty="0" err="1"/>
            <a:t>moviles</a:t>
          </a:r>
          <a:endParaRPr lang="es-ES" noProof="0" dirty="0"/>
        </a:p>
      </dgm:t>
    </dgm:pt>
    <dgm:pt modelId="{39C39A8F-D249-4755-815A-62157FD2E2C0}" type="parTrans" cxnId="{DEAAFCC1-43D4-49D1-A9AD-7CE9FFB63048}">
      <dgm:prSet/>
      <dgm:spPr/>
      <dgm:t>
        <a:bodyPr/>
        <a:lstStyle/>
        <a:p>
          <a:endParaRPr lang="en-US"/>
        </a:p>
      </dgm:t>
    </dgm:pt>
    <dgm:pt modelId="{56454EE7-4294-4AFE-BF35-F756DC83C25F}" type="sibTrans" cxnId="{DEAAFCC1-43D4-49D1-A9AD-7CE9FFB63048}">
      <dgm:prSet/>
      <dgm:spPr/>
      <dgm:t>
        <a:bodyPr/>
        <a:lstStyle/>
        <a:p>
          <a:endParaRPr lang="en-US"/>
        </a:p>
      </dgm:t>
    </dgm:pt>
    <dgm:pt modelId="{55EAF433-01E0-4FDC-A6FA-B5FEB344341D}">
      <dgm:prSet/>
      <dgm:spPr/>
      <dgm:t>
        <a:bodyPr/>
        <a:lstStyle/>
        <a:p>
          <a:pPr>
            <a:defRPr b="1"/>
          </a:pPr>
          <a:r>
            <a:rPr lang="es-ES" b="1" noProof="0" dirty="0"/>
            <a:t>DOCUMENTACION Y TESTING FINAL</a:t>
          </a:r>
          <a:endParaRPr lang="es-ES" noProof="0" dirty="0"/>
        </a:p>
      </dgm:t>
    </dgm:pt>
    <dgm:pt modelId="{108A7DBE-5419-430B-ABC2-623532118C5F}" type="parTrans" cxnId="{2EB009C6-FCCD-45E0-985C-53DC1E67B6B9}">
      <dgm:prSet/>
      <dgm:spPr/>
      <dgm:t>
        <a:bodyPr/>
        <a:lstStyle/>
        <a:p>
          <a:endParaRPr lang="en-US"/>
        </a:p>
      </dgm:t>
    </dgm:pt>
    <dgm:pt modelId="{7152CF42-B476-4686-A6A0-C8C54E8299DF}" type="sibTrans" cxnId="{2EB009C6-FCCD-45E0-985C-53DC1E67B6B9}">
      <dgm:prSet/>
      <dgm:spPr/>
      <dgm:t>
        <a:bodyPr/>
        <a:lstStyle/>
        <a:p>
          <a:endParaRPr lang="en-US"/>
        </a:p>
      </dgm:t>
    </dgm:pt>
    <dgm:pt modelId="{A2753BAC-8CC9-476F-8E41-4F2DA229C26A}">
      <dgm:prSet/>
      <dgm:spPr/>
      <dgm:t>
        <a:bodyPr/>
        <a:lstStyle/>
        <a:p>
          <a:r>
            <a:rPr lang="es-ES" noProof="0" dirty="0" err="1"/>
            <a:t>Documentacion</a:t>
          </a:r>
          <a:r>
            <a:rPr lang="es-ES" noProof="0" dirty="0"/>
            <a:t> </a:t>
          </a:r>
          <a:r>
            <a:rPr lang="es-ES" noProof="0" dirty="0" err="1"/>
            <a:t>tecnica</a:t>
          </a:r>
          <a:r>
            <a:rPr lang="es-ES" noProof="0" dirty="0"/>
            <a:t> completa para desarrolladores</a:t>
          </a:r>
        </a:p>
      </dgm:t>
    </dgm:pt>
    <dgm:pt modelId="{49915AA6-8664-405F-9954-3F1B63D0DC06}" type="parTrans" cxnId="{28D53A24-599B-44CF-813A-0789FAE6D0F6}">
      <dgm:prSet/>
      <dgm:spPr/>
      <dgm:t>
        <a:bodyPr/>
        <a:lstStyle/>
        <a:p>
          <a:endParaRPr lang="en-US"/>
        </a:p>
      </dgm:t>
    </dgm:pt>
    <dgm:pt modelId="{360F0A95-68A3-450A-8521-0143191A3428}" type="sibTrans" cxnId="{28D53A24-599B-44CF-813A-0789FAE6D0F6}">
      <dgm:prSet/>
      <dgm:spPr/>
      <dgm:t>
        <a:bodyPr/>
        <a:lstStyle/>
        <a:p>
          <a:endParaRPr lang="en-US"/>
        </a:p>
      </dgm:t>
    </dgm:pt>
    <dgm:pt modelId="{35C7371A-FFC9-47E0-BC57-0B4F16A9206A}">
      <dgm:prSet/>
      <dgm:spPr/>
      <dgm:t>
        <a:bodyPr/>
        <a:lstStyle/>
        <a:p>
          <a:r>
            <a:rPr lang="es-ES" noProof="0" dirty="0"/>
            <a:t>Manual de usuario para administradores del sistema</a:t>
          </a:r>
        </a:p>
      </dgm:t>
    </dgm:pt>
    <dgm:pt modelId="{3893DF8C-1813-4876-9E93-F6B7DFB8F392}" type="parTrans" cxnId="{2F086B6D-1E7A-4527-9E1F-B3EBCDB53585}">
      <dgm:prSet/>
      <dgm:spPr/>
      <dgm:t>
        <a:bodyPr/>
        <a:lstStyle/>
        <a:p>
          <a:endParaRPr lang="en-US"/>
        </a:p>
      </dgm:t>
    </dgm:pt>
    <dgm:pt modelId="{7B24A068-F237-4942-9E2D-1CC6D557D633}" type="sibTrans" cxnId="{2F086B6D-1E7A-4527-9E1F-B3EBCDB53585}">
      <dgm:prSet/>
      <dgm:spPr/>
      <dgm:t>
        <a:bodyPr/>
        <a:lstStyle/>
        <a:p>
          <a:endParaRPr lang="en-US"/>
        </a:p>
      </dgm:t>
    </dgm:pt>
    <dgm:pt modelId="{B1B93E5A-89E0-46B7-801C-F83628A34B22}">
      <dgm:prSet/>
      <dgm:spPr/>
      <dgm:t>
        <a:bodyPr/>
        <a:lstStyle/>
        <a:p>
          <a:r>
            <a:rPr lang="es-ES" noProof="0" dirty="0" err="1"/>
            <a:t>Testing</a:t>
          </a:r>
          <a:r>
            <a:rPr lang="es-ES" noProof="0" dirty="0"/>
            <a:t> exhaustivo de compatibilidad entre navegadores</a:t>
          </a:r>
        </a:p>
      </dgm:t>
    </dgm:pt>
    <dgm:pt modelId="{A8957B53-4257-47C9-93E7-BE4D5A27D823}" type="parTrans" cxnId="{D89FB390-0C8A-4889-9CA1-60ED99A44CAC}">
      <dgm:prSet/>
      <dgm:spPr/>
      <dgm:t>
        <a:bodyPr/>
        <a:lstStyle/>
        <a:p>
          <a:endParaRPr lang="en-US"/>
        </a:p>
      </dgm:t>
    </dgm:pt>
    <dgm:pt modelId="{BCA187BD-E64D-4522-851A-A5F9E49A21AF}" type="sibTrans" cxnId="{D89FB390-0C8A-4889-9CA1-60ED99A44CAC}">
      <dgm:prSet/>
      <dgm:spPr/>
      <dgm:t>
        <a:bodyPr/>
        <a:lstStyle/>
        <a:p>
          <a:endParaRPr lang="en-US"/>
        </a:p>
      </dgm:t>
    </dgm:pt>
    <dgm:pt modelId="{36661367-F787-43A9-9005-E325415E23E9}">
      <dgm:prSet/>
      <dgm:spPr/>
      <dgm:t>
        <a:bodyPr/>
        <a:lstStyle/>
        <a:p>
          <a:r>
            <a:rPr lang="es-ES" noProof="0" dirty="0" err="1"/>
            <a:t>Validacion</a:t>
          </a:r>
          <a:r>
            <a:rPr lang="es-ES" noProof="0" dirty="0"/>
            <a:t> final de rendimiento bajo carga simulada</a:t>
          </a:r>
        </a:p>
      </dgm:t>
    </dgm:pt>
    <dgm:pt modelId="{9646FBF2-089C-4B89-AAC9-36A3172F375F}" type="parTrans" cxnId="{19E74C2A-B482-43F8-8D6A-B9163CD3A721}">
      <dgm:prSet/>
      <dgm:spPr/>
      <dgm:t>
        <a:bodyPr/>
        <a:lstStyle/>
        <a:p>
          <a:endParaRPr lang="en-US"/>
        </a:p>
      </dgm:t>
    </dgm:pt>
    <dgm:pt modelId="{9912140E-C41B-48B8-A134-C9305A280EF8}" type="sibTrans" cxnId="{19E74C2A-B482-43F8-8D6A-B9163CD3A721}">
      <dgm:prSet/>
      <dgm:spPr/>
      <dgm:t>
        <a:bodyPr/>
        <a:lstStyle/>
        <a:p>
          <a:endParaRPr lang="en-US"/>
        </a:p>
      </dgm:t>
    </dgm:pt>
    <dgm:pt modelId="{0C57878B-D358-4DB3-9560-F6DB5ACCE1B2}">
      <dgm:prSet/>
      <dgm:spPr/>
      <dgm:t>
        <a:bodyPr/>
        <a:lstStyle/>
        <a:p>
          <a:r>
            <a:rPr lang="es-ES" noProof="0" dirty="0" err="1"/>
            <a:t>Documentacion</a:t>
          </a:r>
          <a:r>
            <a:rPr lang="es-ES" noProof="0" dirty="0"/>
            <a:t> de despliegue y </a:t>
          </a:r>
          <a:r>
            <a:rPr lang="es-ES" noProof="0" dirty="0" err="1"/>
            <a:t>configuracion</a:t>
          </a:r>
          <a:r>
            <a:rPr lang="es-ES" noProof="0" dirty="0"/>
            <a:t> de </a:t>
          </a:r>
          <a:r>
            <a:rPr lang="es-ES" noProof="0" dirty="0" err="1"/>
            <a:t>produccion</a:t>
          </a:r>
          <a:endParaRPr lang="es-ES" noProof="0" dirty="0"/>
        </a:p>
      </dgm:t>
    </dgm:pt>
    <dgm:pt modelId="{D34B58E6-FBD1-42DC-8F7C-A1139FC498B5}" type="parTrans" cxnId="{DBAC355C-0245-408C-8A71-463DDCB4F744}">
      <dgm:prSet/>
      <dgm:spPr/>
      <dgm:t>
        <a:bodyPr/>
        <a:lstStyle/>
        <a:p>
          <a:endParaRPr lang="en-US"/>
        </a:p>
      </dgm:t>
    </dgm:pt>
    <dgm:pt modelId="{97722B2E-E592-41D7-9E5A-7316F3AFDCBA}" type="sibTrans" cxnId="{DBAC355C-0245-408C-8A71-463DDCB4F744}">
      <dgm:prSet/>
      <dgm:spPr/>
      <dgm:t>
        <a:bodyPr/>
        <a:lstStyle/>
        <a:p>
          <a:endParaRPr lang="en-US"/>
        </a:p>
      </dgm:t>
    </dgm:pt>
    <dgm:pt modelId="{C999616E-058A-4845-812C-85E848B1B8B2}" type="pres">
      <dgm:prSet presAssocID="{9BB897AF-1C58-4ED7-BA9D-5B585E36410D}" presName="Name0" presStyleCnt="0">
        <dgm:presLayoutVars>
          <dgm:dir/>
          <dgm:animLvl val="lvl"/>
          <dgm:resizeHandles val="exact"/>
        </dgm:presLayoutVars>
      </dgm:prSet>
      <dgm:spPr/>
    </dgm:pt>
    <dgm:pt modelId="{E63EAD96-A64A-43F8-9189-139BCB5479DD}" type="pres">
      <dgm:prSet presAssocID="{E00D4994-824A-4756-9BB8-0ECFEE7BBE0D}" presName="composite" presStyleCnt="0"/>
      <dgm:spPr/>
    </dgm:pt>
    <dgm:pt modelId="{DC4228A0-5A3F-4557-AA89-8BACB2B99E22}" type="pres">
      <dgm:prSet presAssocID="{E00D4994-824A-4756-9BB8-0ECFEE7BBE0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1D96131-722A-4710-AC35-05D0A6FB4125}" type="pres">
      <dgm:prSet presAssocID="{E00D4994-824A-4756-9BB8-0ECFEE7BBE0D}" presName="desTx" presStyleLbl="alignAccFollowNode1" presStyleIdx="0" presStyleCnt="3">
        <dgm:presLayoutVars>
          <dgm:bulletEnabled val="1"/>
        </dgm:presLayoutVars>
      </dgm:prSet>
      <dgm:spPr/>
    </dgm:pt>
    <dgm:pt modelId="{CF95D6CF-AA79-4A72-9610-57C72363FBEE}" type="pres">
      <dgm:prSet presAssocID="{19AFEFD0-080A-4DA7-B2A0-4B94E476D632}" presName="space" presStyleCnt="0"/>
      <dgm:spPr/>
    </dgm:pt>
    <dgm:pt modelId="{876EAC43-9256-4435-8296-2D7C1522D2F7}" type="pres">
      <dgm:prSet presAssocID="{4A98490C-4B44-4E9E-BF2F-7DBC3C0A4CEB}" presName="composite" presStyleCnt="0"/>
      <dgm:spPr/>
    </dgm:pt>
    <dgm:pt modelId="{CEF4C7C5-62C0-4819-8EAB-2EF3E6CEA34C}" type="pres">
      <dgm:prSet presAssocID="{4A98490C-4B44-4E9E-BF2F-7DBC3C0A4CE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649E544-284D-4C7E-9E16-FB27525644C6}" type="pres">
      <dgm:prSet presAssocID="{4A98490C-4B44-4E9E-BF2F-7DBC3C0A4CEB}" presName="desTx" presStyleLbl="alignAccFollowNode1" presStyleIdx="1" presStyleCnt="3">
        <dgm:presLayoutVars>
          <dgm:bulletEnabled val="1"/>
        </dgm:presLayoutVars>
      </dgm:prSet>
      <dgm:spPr/>
    </dgm:pt>
    <dgm:pt modelId="{BC24CED4-28C9-44FD-8068-A40871AB8070}" type="pres">
      <dgm:prSet presAssocID="{F8B85D98-6677-49AB-8B58-23D9D891E222}" presName="space" presStyleCnt="0"/>
      <dgm:spPr/>
    </dgm:pt>
    <dgm:pt modelId="{3989660E-562D-4165-B572-D1F523940468}" type="pres">
      <dgm:prSet presAssocID="{55EAF433-01E0-4FDC-A6FA-B5FEB344341D}" presName="composite" presStyleCnt="0"/>
      <dgm:spPr/>
    </dgm:pt>
    <dgm:pt modelId="{31B12FA1-CAB3-42C2-BB8C-19B85789C7D6}" type="pres">
      <dgm:prSet presAssocID="{55EAF433-01E0-4FDC-A6FA-B5FEB344341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68F2C1C-9D95-423B-B216-4F53464E78E1}" type="pres">
      <dgm:prSet presAssocID="{55EAF433-01E0-4FDC-A6FA-B5FEB344341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C9EA20E-EBBA-4E93-A5D4-080BE1E78CB5}" type="presOf" srcId="{4A98490C-4B44-4E9E-BF2F-7DBC3C0A4CEB}" destId="{CEF4C7C5-62C0-4819-8EAB-2EF3E6CEA34C}" srcOrd="0" destOrd="0" presId="urn:microsoft.com/office/officeart/2005/8/layout/hList1"/>
    <dgm:cxn modelId="{C605C913-9B05-4C87-9456-71CCCE3709E2}" type="presOf" srcId="{9BB897AF-1C58-4ED7-BA9D-5B585E36410D}" destId="{C999616E-058A-4845-812C-85E848B1B8B2}" srcOrd="0" destOrd="0" presId="urn:microsoft.com/office/officeart/2005/8/layout/hList1"/>
    <dgm:cxn modelId="{68D1E415-E3E8-4473-8F6E-6A285DC5CCB4}" type="presOf" srcId="{3A4D484C-8815-42AF-BBB0-623422B32256}" destId="{31D96131-722A-4710-AC35-05D0A6FB4125}" srcOrd="0" destOrd="3" presId="urn:microsoft.com/office/officeart/2005/8/layout/hList1"/>
    <dgm:cxn modelId="{F7A35A18-9083-4DB2-9532-0B84604E02F5}" type="presOf" srcId="{35C7371A-FFC9-47E0-BC57-0B4F16A9206A}" destId="{F68F2C1C-9D95-423B-B216-4F53464E78E1}" srcOrd="0" destOrd="1" presId="urn:microsoft.com/office/officeart/2005/8/layout/hList1"/>
    <dgm:cxn modelId="{28D53A24-599B-44CF-813A-0789FAE6D0F6}" srcId="{55EAF433-01E0-4FDC-A6FA-B5FEB344341D}" destId="{A2753BAC-8CC9-476F-8E41-4F2DA229C26A}" srcOrd="0" destOrd="0" parTransId="{49915AA6-8664-405F-9954-3F1B63D0DC06}" sibTransId="{360F0A95-68A3-450A-8521-0143191A3428}"/>
    <dgm:cxn modelId="{19E74C2A-B482-43F8-8D6A-B9163CD3A721}" srcId="{55EAF433-01E0-4FDC-A6FA-B5FEB344341D}" destId="{36661367-F787-43A9-9005-E325415E23E9}" srcOrd="3" destOrd="0" parTransId="{9646FBF2-089C-4B89-AAC9-36A3172F375F}" sibTransId="{9912140E-C41B-48B8-A134-C9305A280EF8}"/>
    <dgm:cxn modelId="{296A1337-4AF1-4529-998B-600C205062C5}" srcId="{E00D4994-824A-4756-9BB8-0ECFEE7BBE0D}" destId="{3A4D484C-8815-42AF-BBB0-623422B32256}" srcOrd="3" destOrd="0" parTransId="{6F94B191-AD89-4C6C-9DBA-B2B1D7022446}" sibTransId="{16920CED-BC4C-4650-AB9F-FC678402B1D0}"/>
    <dgm:cxn modelId="{000EB23A-728C-4D3C-BCDA-34469400ACC4}" srcId="{4A98490C-4B44-4E9E-BF2F-7DBC3C0A4CEB}" destId="{F04864D2-F21C-426B-993D-4E0BD37E088B}" srcOrd="0" destOrd="0" parTransId="{A5A60DD5-3AFD-4D2B-964F-7F0960871DCB}" sibTransId="{F7C12A69-2B55-436C-B010-C0F5157428D6}"/>
    <dgm:cxn modelId="{DBAC355C-0245-408C-8A71-463DDCB4F744}" srcId="{55EAF433-01E0-4FDC-A6FA-B5FEB344341D}" destId="{0C57878B-D358-4DB3-9560-F6DB5ACCE1B2}" srcOrd="4" destOrd="0" parTransId="{D34B58E6-FBD1-42DC-8F7C-A1139FC498B5}" sibTransId="{97722B2E-E592-41D7-9E5A-7316F3AFDCBA}"/>
    <dgm:cxn modelId="{DDE9655E-C7EE-4059-BE89-B8F365DF86B2}" type="presOf" srcId="{36661367-F787-43A9-9005-E325415E23E9}" destId="{F68F2C1C-9D95-423B-B216-4F53464E78E1}" srcOrd="0" destOrd="3" presId="urn:microsoft.com/office/officeart/2005/8/layout/hList1"/>
    <dgm:cxn modelId="{DF61A265-0B5D-4D70-B32D-1E24D569ECFE}" type="presOf" srcId="{FACD84D9-0D67-48E4-8311-641E5BD22A54}" destId="{31D96131-722A-4710-AC35-05D0A6FB4125}" srcOrd="0" destOrd="2" presId="urn:microsoft.com/office/officeart/2005/8/layout/hList1"/>
    <dgm:cxn modelId="{7E1C536A-9FF9-4723-858E-D7C4AF134706}" srcId="{4A98490C-4B44-4E9E-BF2F-7DBC3C0A4CEB}" destId="{753B4369-8E48-4127-A4CD-75A7DECA177A}" srcOrd="2" destOrd="0" parTransId="{75021882-108A-4F0A-B567-9DC78206A058}" sibTransId="{A1DC7A49-3C93-44A6-AF3A-3D9A56C1F9B3}"/>
    <dgm:cxn modelId="{2F086B6D-1E7A-4527-9E1F-B3EBCDB53585}" srcId="{55EAF433-01E0-4FDC-A6FA-B5FEB344341D}" destId="{35C7371A-FFC9-47E0-BC57-0B4F16A9206A}" srcOrd="1" destOrd="0" parTransId="{3893DF8C-1813-4876-9E93-F6B7DFB8F392}" sibTransId="{7B24A068-F237-4942-9E2D-1CC6D557D633}"/>
    <dgm:cxn modelId="{7F4EEB4D-77E0-4D54-93A8-66D5C215439B}" type="presOf" srcId="{4BEB6FA5-91B2-4E60-BCD6-2E0AFD8777C2}" destId="{31D96131-722A-4710-AC35-05D0A6FB4125}" srcOrd="0" destOrd="0" presId="urn:microsoft.com/office/officeart/2005/8/layout/hList1"/>
    <dgm:cxn modelId="{F16D3F6E-9CDE-43A5-A653-FE54A9B62057}" type="presOf" srcId="{5A1DF241-3E63-4C32-A24F-5AC146D58277}" destId="{A649E544-284D-4C7E-9E16-FB27525644C6}" srcOrd="0" destOrd="3" presId="urn:microsoft.com/office/officeart/2005/8/layout/hList1"/>
    <dgm:cxn modelId="{4EEF674E-9411-4F02-B8D3-BA1EB8E2BE42}" type="presOf" srcId="{EDE040E5-EEF8-4BC2-975C-E61F71D4B8D5}" destId="{31D96131-722A-4710-AC35-05D0A6FB4125}" srcOrd="0" destOrd="1" presId="urn:microsoft.com/office/officeart/2005/8/layout/hList1"/>
    <dgm:cxn modelId="{4F3ACB55-B2C3-4F07-92F5-DCC37D21E04D}" srcId="{E00D4994-824A-4756-9BB8-0ECFEE7BBE0D}" destId="{FACD84D9-0D67-48E4-8311-641E5BD22A54}" srcOrd="2" destOrd="0" parTransId="{7BE7A0F4-2F67-4BB0-8F35-8E5DF9EE7278}" sibTransId="{BDBA51A7-94AA-4BA0-A2BE-72AD1966AB17}"/>
    <dgm:cxn modelId="{B6E92B5A-FD73-4323-B9F9-CB2466B8EC63}" type="presOf" srcId="{0C57878B-D358-4DB3-9560-F6DB5ACCE1B2}" destId="{F68F2C1C-9D95-423B-B216-4F53464E78E1}" srcOrd="0" destOrd="4" presId="urn:microsoft.com/office/officeart/2005/8/layout/hList1"/>
    <dgm:cxn modelId="{5F48207C-628A-4F1A-AA23-551A456E454B}" type="presOf" srcId="{B1B93E5A-89E0-46B7-801C-F83628A34B22}" destId="{F68F2C1C-9D95-423B-B216-4F53464E78E1}" srcOrd="0" destOrd="2" presId="urn:microsoft.com/office/officeart/2005/8/layout/hList1"/>
    <dgm:cxn modelId="{D89FB390-0C8A-4889-9CA1-60ED99A44CAC}" srcId="{55EAF433-01E0-4FDC-A6FA-B5FEB344341D}" destId="{B1B93E5A-89E0-46B7-801C-F83628A34B22}" srcOrd="2" destOrd="0" parTransId="{A8957B53-4257-47C9-93E7-BE4D5A27D823}" sibTransId="{BCA187BD-E64D-4522-851A-A5F9E49A21AF}"/>
    <dgm:cxn modelId="{B636F390-5F2F-4E2F-B931-14A0E3364162}" srcId="{E00D4994-824A-4756-9BB8-0ECFEE7BBE0D}" destId="{4BEB6FA5-91B2-4E60-BCD6-2E0AFD8777C2}" srcOrd="0" destOrd="0" parTransId="{BCDE97A2-90FC-442D-B65C-05E33704CCF4}" sibTransId="{F877B0D5-4421-4FD4-BAEA-018AC978CC3B}"/>
    <dgm:cxn modelId="{AE9609AA-B976-47FD-9227-45B63E4B0BF9}" srcId="{9BB897AF-1C58-4ED7-BA9D-5B585E36410D}" destId="{E00D4994-824A-4756-9BB8-0ECFEE7BBE0D}" srcOrd="0" destOrd="0" parTransId="{6046974D-AF32-4275-9AC6-D1779A7E305A}" sibTransId="{19AFEFD0-080A-4DA7-B2A0-4B94E476D632}"/>
    <dgm:cxn modelId="{6A80DFB1-1072-482D-A6A4-95FCC9756CD6}" type="presOf" srcId="{E00D4994-824A-4756-9BB8-0ECFEE7BBE0D}" destId="{DC4228A0-5A3F-4557-AA89-8BACB2B99E22}" srcOrd="0" destOrd="0" presId="urn:microsoft.com/office/officeart/2005/8/layout/hList1"/>
    <dgm:cxn modelId="{26F081B9-4130-41D0-91D0-AA4C4BF96A32}" type="presOf" srcId="{F04864D2-F21C-426B-993D-4E0BD37E088B}" destId="{A649E544-284D-4C7E-9E16-FB27525644C6}" srcOrd="0" destOrd="0" presId="urn:microsoft.com/office/officeart/2005/8/layout/hList1"/>
    <dgm:cxn modelId="{23064CBB-857B-4CB7-B0F4-ED2FC7A1F9D8}" srcId="{4A98490C-4B44-4E9E-BF2F-7DBC3C0A4CEB}" destId="{D033EB91-4D9C-4E2D-A506-898A5715FB93}" srcOrd="1" destOrd="0" parTransId="{D042133D-D792-44C5-A482-541118DD2C4F}" sibTransId="{6B6C3A72-A551-4B90-A2B9-4BD4C26D3F64}"/>
    <dgm:cxn modelId="{DEAAFCC1-43D4-49D1-A9AD-7CE9FFB63048}" srcId="{4A98490C-4B44-4E9E-BF2F-7DBC3C0A4CEB}" destId="{5A1DF241-3E63-4C32-A24F-5AC146D58277}" srcOrd="3" destOrd="0" parTransId="{39C39A8F-D249-4755-815A-62157FD2E2C0}" sibTransId="{56454EE7-4294-4AFE-BF35-F756DC83C25F}"/>
    <dgm:cxn modelId="{2EB009C6-FCCD-45E0-985C-53DC1E67B6B9}" srcId="{9BB897AF-1C58-4ED7-BA9D-5B585E36410D}" destId="{55EAF433-01E0-4FDC-A6FA-B5FEB344341D}" srcOrd="2" destOrd="0" parTransId="{108A7DBE-5419-430B-ABC2-623532118C5F}" sibTransId="{7152CF42-B476-4686-A6A0-C8C54E8299DF}"/>
    <dgm:cxn modelId="{D8216FCB-CB57-4B48-8DE3-9FF1A9BC6B13}" srcId="{E00D4994-824A-4756-9BB8-0ECFEE7BBE0D}" destId="{EDE040E5-EEF8-4BC2-975C-E61F71D4B8D5}" srcOrd="1" destOrd="0" parTransId="{631AE564-9A9B-48B0-BD20-DD62E41E471F}" sibTransId="{7BED05AD-A76B-4807-9A48-ACB36930311F}"/>
    <dgm:cxn modelId="{915E8CD4-E946-4BC7-A13B-EC68ED4FDA95}" srcId="{9BB897AF-1C58-4ED7-BA9D-5B585E36410D}" destId="{4A98490C-4B44-4E9E-BF2F-7DBC3C0A4CEB}" srcOrd="1" destOrd="0" parTransId="{F765C50C-6BB8-4FFB-810A-799C128D587D}" sibTransId="{F8B85D98-6677-49AB-8B58-23D9D891E222}"/>
    <dgm:cxn modelId="{D720D4DB-923F-4342-B588-CB9DEB45D838}" type="presOf" srcId="{A2753BAC-8CC9-476F-8E41-4F2DA229C26A}" destId="{F68F2C1C-9D95-423B-B216-4F53464E78E1}" srcOrd="0" destOrd="0" presId="urn:microsoft.com/office/officeart/2005/8/layout/hList1"/>
    <dgm:cxn modelId="{B67434DD-BE45-4581-A0E4-6478EEC367A9}" type="presOf" srcId="{55EAF433-01E0-4FDC-A6FA-B5FEB344341D}" destId="{31B12FA1-CAB3-42C2-BB8C-19B85789C7D6}" srcOrd="0" destOrd="0" presId="urn:microsoft.com/office/officeart/2005/8/layout/hList1"/>
    <dgm:cxn modelId="{8518A5DD-5C93-4DEA-BD39-4CFE3F27673A}" type="presOf" srcId="{D033EB91-4D9C-4E2D-A506-898A5715FB93}" destId="{A649E544-284D-4C7E-9E16-FB27525644C6}" srcOrd="0" destOrd="1" presId="urn:microsoft.com/office/officeart/2005/8/layout/hList1"/>
    <dgm:cxn modelId="{759D3CF5-4341-4945-8579-B149B3633908}" type="presOf" srcId="{753B4369-8E48-4127-A4CD-75A7DECA177A}" destId="{A649E544-284D-4C7E-9E16-FB27525644C6}" srcOrd="0" destOrd="2" presId="urn:microsoft.com/office/officeart/2005/8/layout/hList1"/>
    <dgm:cxn modelId="{163E6196-D42A-4986-83A6-1A40F27CC279}" type="presParOf" srcId="{C999616E-058A-4845-812C-85E848B1B8B2}" destId="{E63EAD96-A64A-43F8-9189-139BCB5479DD}" srcOrd="0" destOrd="0" presId="urn:microsoft.com/office/officeart/2005/8/layout/hList1"/>
    <dgm:cxn modelId="{DF199F3E-31F8-48FF-A961-2AD728916F93}" type="presParOf" srcId="{E63EAD96-A64A-43F8-9189-139BCB5479DD}" destId="{DC4228A0-5A3F-4557-AA89-8BACB2B99E22}" srcOrd="0" destOrd="0" presId="urn:microsoft.com/office/officeart/2005/8/layout/hList1"/>
    <dgm:cxn modelId="{CA9DB261-D22E-47A0-8FC7-3A6168DAAE7D}" type="presParOf" srcId="{E63EAD96-A64A-43F8-9189-139BCB5479DD}" destId="{31D96131-722A-4710-AC35-05D0A6FB4125}" srcOrd="1" destOrd="0" presId="urn:microsoft.com/office/officeart/2005/8/layout/hList1"/>
    <dgm:cxn modelId="{3FB70AB0-255A-481F-9A98-F4D44EE8B6E5}" type="presParOf" srcId="{C999616E-058A-4845-812C-85E848B1B8B2}" destId="{CF95D6CF-AA79-4A72-9610-57C72363FBEE}" srcOrd="1" destOrd="0" presId="urn:microsoft.com/office/officeart/2005/8/layout/hList1"/>
    <dgm:cxn modelId="{C1DA4B61-E7DA-4896-AF1C-B4225F63D17C}" type="presParOf" srcId="{C999616E-058A-4845-812C-85E848B1B8B2}" destId="{876EAC43-9256-4435-8296-2D7C1522D2F7}" srcOrd="2" destOrd="0" presId="urn:microsoft.com/office/officeart/2005/8/layout/hList1"/>
    <dgm:cxn modelId="{7F4A2840-0755-4517-8116-84C94DBE9C11}" type="presParOf" srcId="{876EAC43-9256-4435-8296-2D7C1522D2F7}" destId="{CEF4C7C5-62C0-4819-8EAB-2EF3E6CEA34C}" srcOrd="0" destOrd="0" presId="urn:microsoft.com/office/officeart/2005/8/layout/hList1"/>
    <dgm:cxn modelId="{76BA9281-BB0C-4D65-838A-82D3949741AF}" type="presParOf" srcId="{876EAC43-9256-4435-8296-2D7C1522D2F7}" destId="{A649E544-284D-4C7E-9E16-FB27525644C6}" srcOrd="1" destOrd="0" presId="urn:microsoft.com/office/officeart/2005/8/layout/hList1"/>
    <dgm:cxn modelId="{5F90C70F-71A7-4EF9-BFDB-C329A7AB5C7E}" type="presParOf" srcId="{C999616E-058A-4845-812C-85E848B1B8B2}" destId="{BC24CED4-28C9-44FD-8068-A40871AB8070}" srcOrd="3" destOrd="0" presId="urn:microsoft.com/office/officeart/2005/8/layout/hList1"/>
    <dgm:cxn modelId="{D752A875-34A4-4BF4-8498-8A3CDC092F67}" type="presParOf" srcId="{C999616E-058A-4845-812C-85E848B1B8B2}" destId="{3989660E-562D-4165-B572-D1F523940468}" srcOrd="4" destOrd="0" presId="urn:microsoft.com/office/officeart/2005/8/layout/hList1"/>
    <dgm:cxn modelId="{ED1D985E-4C43-47D8-ACB5-92D0EF9596E8}" type="presParOf" srcId="{3989660E-562D-4165-B572-D1F523940468}" destId="{31B12FA1-CAB3-42C2-BB8C-19B85789C7D6}" srcOrd="0" destOrd="0" presId="urn:microsoft.com/office/officeart/2005/8/layout/hList1"/>
    <dgm:cxn modelId="{577A3DBC-B4A0-451E-9075-E95BA1032867}" type="presParOf" srcId="{3989660E-562D-4165-B572-D1F523940468}" destId="{F68F2C1C-9D95-423B-B216-4F53464E78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39BCE0-1D94-43C2-8F0E-3A726B303ABD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F5C603-9781-444A-BF79-0C9FD50E4C01}">
      <dgm:prSet/>
      <dgm:spPr/>
      <dgm:t>
        <a:bodyPr/>
        <a:lstStyle/>
        <a:p>
          <a:pPr>
            <a:defRPr b="1"/>
          </a:pPr>
          <a:r>
            <a:rPr lang="es-ES" b="1" noProof="0" dirty="0"/>
            <a:t>FASE 1 - COMPLETAR FUNCIONALIDADES CORE</a:t>
          </a:r>
          <a:endParaRPr lang="es-ES" noProof="0" dirty="0"/>
        </a:p>
      </dgm:t>
    </dgm:pt>
    <dgm:pt modelId="{E43348E6-8F0C-4614-9926-1539337A9D1F}" type="parTrans" cxnId="{C59D41B2-681E-418D-8DD0-952C9DA2C1F6}">
      <dgm:prSet/>
      <dgm:spPr/>
      <dgm:t>
        <a:bodyPr/>
        <a:lstStyle/>
        <a:p>
          <a:endParaRPr lang="en-US"/>
        </a:p>
      </dgm:t>
    </dgm:pt>
    <dgm:pt modelId="{DF55C752-3F10-48CF-915C-75763AC324A7}" type="sibTrans" cxnId="{C59D41B2-681E-418D-8DD0-952C9DA2C1F6}">
      <dgm:prSet/>
      <dgm:spPr/>
      <dgm:t>
        <a:bodyPr/>
        <a:lstStyle/>
        <a:p>
          <a:endParaRPr lang="en-US"/>
        </a:p>
      </dgm:t>
    </dgm:pt>
    <dgm:pt modelId="{58111228-61CF-4F16-BD9F-B3144ED1E83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noProof="0" dirty="0"/>
            <a:t>Finalización del sistema de métricas básicas en panel administrativo</a:t>
          </a:r>
        </a:p>
      </dgm:t>
    </dgm:pt>
    <dgm:pt modelId="{5960BDED-847D-41FD-BDA4-0426300F1CE5}" type="parTrans" cxnId="{1D381803-21BB-4983-9A23-6D2158CB7C71}">
      <dgm:prSet/>
      <dgm:spPr/>
      <dgm:t>
        <a:bodyPr/>
        <a:lstStyle/>
        <a:p>
          <a:endParaRPr lang="en-US"/>
        </a:p>
      </dgm:t>
    </dgm:pt>
    <dgm:pt modelId="{50C2DA59-F035-4307-AE6C-6A2843EA818A}" type="sibTrans" cxnId="{1D381803-21BB-4983-9A23-6D2158CB7C71}">
      <dgm:prSet/>
      <dgm:spPr/>
      <dgm:t>
        <a:bodyPr/>
        <a:lstStyle/>
        <a:p>
          <a:endParaRPr lang="en-US"/>
        </a:p>
      </dgm:t>
    </dgm:pt>
    <dgm:pt modelId="{F04E17D8-7A6E-4049-8985-D41C1645A90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noProof="0" dirty="0"/>
            <a:t>Implementación de optimizaciones SEO con meta tags dinámicos</a:t>
          </a:r>
        </a:p>
      </dgm:t>
    </dgm:pt>
    <dgm:pt modelId="{BC5AD658-3C57-47C8-BD61-F2536229BDCD}" type="parTrans" cxnId="{332BCAD1-A14D-4AFC-BA54-4C2731513BC1}">
      <dgm:prSet/>
      <dgm:spPr/>
      <dgm:t>
        <a:bodyPr/>
        <a:lstStyle/>
        <a:p>
          <a:endParaRPr lang="en-US"/>
        </a:p>
      </dgm:t>
    </dgm:pt>
    <dgm:pt modelId="{FBB56CC8-3997-41C8-B831-65425008256B}" type="sibTrans" cxnId="{332BCAD1-A14D-4AFC-BA54-4C2731513BC1}">
      <dgm:prSet/>
      <dgm:spPr/>
      <dgm:t>
        <a:bodyPr/>
        <a:lstStyle/>
        <a:p>
          <a:endParaRPr lang="en-US"/>
        </a:p>
      </dgm:t>
    </dgm:pt>
    <dgm:pt modelId="{408CCD46-E457-4465-B0D8-EFF59D99303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noProof="0" dirty="0"/>
            <a:t>Mejoras en editor de blog con funcionalidades de vista previa</a:t>
          </a:r>
        </a:p>
      </dgm:t>
    </dgm:pt>
    <dgm:pt modelId="{0B3A3F0B-00F8-484C-9434-574F2FED2BC1}" type="parTrans" cxnId="{7B2E7C0C-6E75-4A05-9CBC-5F9FD1B66512}">
      <dgm:prSet/>
      <dgm:spPr/>
      <dgm:t>
        <a:bodyPr/>
        <a:lstStyle/>
        <a:p>
          <a:endParaRPr lang="en-US"/>
        </a:p>
      </dgm:t>
    </dgm:pt>
    <dgm:pt modelId="{6F6C95E6-6F9F-4A33-993B-865694D0EEFB}" type="sibTrans" cxnId="{7B2E7C0C-6E75-4A05-9CBC-5F9FD1B66512}">
      <dgm:prSet/>
      <dgm:spPr/>
      <dgm:t>
        <a:bodyPr/>
        <a:lstStyle/>
        <a:p>
          <a:endParaRPr lang="en-US"/>
        </a:p>
      </dgm:t>
    </dgm:pt>
    <dgm:pt modelId="{BDCDB800-7A84-478B-A36E-6DC8BDBD17C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noProof="0" dirty="0" err="1"/>
            <a:t>Testing</a:t>
          </a:r>
          <a:r>
            <a:rPr lang="es-ES" noProof="0" dirty="0"/>
            <a:t> exhaustivo de todas las funcionalidades implementadas</a:t>
          </a:r>
        </a:p>
      </dgm:t>
    </dgm:pt>
    <dgm:pt modelId="{55181706-6B5C-4E94-A917-95B4743A7AE4}" type="parTrans" cxnId="{8D1F197B-33CE-4820-B3D1-9490AC681887}">
      <dgm:prSet/>
      <dgm:spPr/>
      <dgm:t>
        <a:bodyPr/>
        <a:lstStyle/>
        <a:p>
          <a:endParaRPr lang="en-US"/>
        </a:p>
      </dgm:t>
    </dgm:pt>
    <dgm:pt modelId="{A95B0D74-31DC-4A12-9740-4B82AFD2B65C}" type="sibTrans" cxnId="{8D1F197B-33CE-4820-B3D1-9490AC681887}">
      <dgm:prSet/>
      <dgm:spPr/>
      <dgm:t>
        <a:bodyPr/>
        <a:lstStyle/>
        <a:p>
          <a:endParaRPr lang="en-US"/>
        </a:p>
      </dgm:t>
    </dgm:pt>
    <dgm:pt modelId="{E22E6CC5-F955-41E2-85D9-DCC04783F3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noProof="0" dirty="0"/>
            <a:t>Validación de rendimiento y optimización de consultas de base de datos</a:t>
          </a:r>
        </a:p>
      </dgm:t>
    </dgm:pt>
    <dgm:pt modelId="{35E04DA5-1B8E-4182-ADDC-A2CF1EEF0C97}" type="parTrans" cxnId="{79B6E557-6C53-4C84-9DAF-D2BA5F8F32BB}">
      <dgm:prSet/>
      <dgm:spPr/>
      <dgm:t>
        <a:bodyPr/>
        <a:lstStyle/>
        <a:p>
          <a:endParaRPr lang="en-US"/>
        </a:p>
      </dgm:t>
    </dgm:pt>
    <dgm:pt modelId="{B43DBF07-8268-415E-B681-9479A52CA92F}" type="sibTrans" cxnId="{79B6E557-6C53-4C84-9DAF-D2BA5F8F32BB}">
      <dgm:prSet/>
      <dgm:spPr/>
      <dgm:t>
        <a:bodyPr/>
        <a:lstStyle/>
        <a:p>
          <a:endParaRPr lang="en-US"/>
        </a:p>
      </dgm:t>
    </dgm:pt>
    <dgm:pt modelId="{C6A0D67E-8E92-4579-97BA-A407C01B3CFB}">
      <dgm:prSet/>
      <dgm:spPr/>
      <dgm:t>
        <a:bodyPr/>
        <a:lstStyle/>
        <a:p>
          <a:pPr>
            <a:defRPr b="1"/>
          </a:pPr>
          <a:r>
            <a:rPr lang="es-ES" b="1" noProof="0" dirty="0"/>
            <a:t>FASE 2 - OPTIMIZACION Y PULIMIENTO</a:t>
          </a:r>
          <a:endParaRPr lang="es-ES" noProof="0" dirty="0"/>
        </a:p>
      </dgm:t>
    </dgm:pt>
    <dgm:pt modelId="{8F963C59-E2D5-449B-BC1C-B03D5C1EDDC5}" type="parTrans" cxnId="{6681EEDB-9D79-4B35-BD1B-0151F2B97186}">
      <dgm:prSet/>
      <dgm:spPr/>
      <dgm:t>
        <a:bodyPr/>
        <a:lstStyle/>
        <a:p>
          <a:endParaRPr lang="en-US"/>
        </a:p>
      </dgm:t>
    </dgm:pt>
    <dgm:pt modelId="{3903A859-C3D3-4FF4-ADBB-F382FDA7341B}" type="sibTrans" cxnId="{6681EEDB-9D79-4B35-BD1B-0151F2B97186}">
      <dgm:prSet/>
      <dgm:spPr/>
      <dgm:t>
        <a:bodyPr/>
        <a:lstStyle/>
        <a:p>
          <a:endParaRPr lang="en-US"/>
        </a:p>
      </dgm:t>
    </dgm:pt>
    <dgm:pt modelId="{B55D7393-7B66-4FB5-BAF2-111DA6E8CC30}">
      <dgm:prSet/>
      <dgm:spPr/>
      <dgm:t>
        <a:bodyPr/>
        <a:lstStyle/>
        <a:p>
          <a:r>
            <a:rPr lang="es-ES" noProof="0" dirty="0"/>
            <a:t>Implementación de mejoras de experiencia de usuario identificadas</a:t>
          </a:r>
        </a:p>
      </dgm:t>
    </dgm:pt>
    <dgm:pt modelId="{EF57C3DA-BE4D-4AA8-AB84-51D5826A7D1F}" type="parTrans" cxnId="{D4FA50B6-5C9C-461B-81A0-9E6D3129C0A9}">
      <dgm:prSet/>
      <dgm:spPr/>
      <dgm:t>
        <a:bodyPr/>
        <a:lstStyle/>
        <a:p>
          <a:endParaRPr lang="en-US"/>
        </a:p>
      </dgm:t>
    </dgm:pt>
    <dgm:pt modelId="{0B09BA2B-0149-44ED-BCC7-3900D80B0A71}" type="sibTrans" cxnId="{D4FA50B6-5C9C-461B-81A0-9E6D3129C0A9}">
      <dgm:prSet/>
      <dgm:spPr/>
      <dgm:t>
        <a:bodyPr/>
        <a:lstStyle/>
        <a:p>
          <a:endParaRPr lang="en-US"/>
        </a:p>
      </dgm:t>
    </dgm:pt>
    <dgm:pt modelId="{80CD985F-2F9D-4723-BBDB-14A78B66CDC2}">
      <dgm:prSet/>
      <dgm:spPr/>
      <dgm:t>
        <a:bodyPr/>
        <a:lstStyle/>
        <a:p>
          <a:r>
            <a:rPr lang="es-ES" noProof="0" dirty="0"/>
            <a:t>Optimización de performance y tiempos de carga</a:t>
          </a:r>
        </a:p>
      </dgm:t>
    </dgm:pt>
    <dgm:pt modelId="{8018B754-29BF-4BA6-A2F8-ED1B541FFC2D}" type="parTrans" cxnId="{5FC09D5B-A78B-43F1-9288-2C8BFA4D5A27}">
      <dgm:prSet/>
      <dgm:spPr/>
      <dgm:t>
        <a:bodyPr/>
        <a:lstStyle/>
        <a:p>
          <a:endParaRPr lang="en-US"/>
        </a:p>
      </dgm:t>
    </dgm:pt>
    <dgm:pt modelId="{3C7F74CD-F046-41CD-BB4B-B900A507DCB5}" type="sibTrans" cxnId="{5FC09D5B-A78B-43F1-9288-2C8BFA4D5A27}">
      <dgm:prSet/>
      <dgm:spPr/>
      <dgm:t>
        <a:bodyPr/>
        <a:lstStyle/>
        <a:p>
          <a:endParaRPr lang="en-US"/>
        </a:p>
      </dgm:t>
    </dgm:pt>
    <dgm:pt modelId="{E2D55B26-7781-45A4-BBB1-29717DB67783}">
      <dgm:prSet/>
      <dgm:spPr/>
      <dgm:t>
        <a:bodyPr/>
        <a:lstStyle/>
        <a:p>
          <a:r>
            <a:rPr lang="es-ES" noProof="0" dirty="0"/>
            <a:t>Validaciones adicionales de seguridad en todos los formularios</a:t>
          </a:r>
        </a:p>
      </dgm:t>
    </dgm:pt>
    <dgm:pt modelId="{7CD5751F-3ADD-499F-A8CD-9C6F0AAC7AF4}" type="parTrans" cxnId="{34E7E619-2BD0-472E-93B2-55DA61A2F830}">
      <dgm:prSet/>
      <dgm:spPr/>
      <dgm:t>
        <a:bodyPr/>
        <a:lstStyle/>
        <a:p>
          <a:endParaRPr lang="en-US"/>
        </a:p>
      </dgm:t>
    </dgm:pt>
    <dgm:pt modelId="{3953FA4E-852A-4371-A6A8-5E97A0D36967}" type="sibTrans" cxnId="{34E7E619-2BD0-472E-93B2-55DA61A2F830}">
      <dgm:prSet/>
      <dgm:spPr/>
      <dgm:t>
        <a:bodyPr/>
        <a:lstStyle/>
        <a:p>
          <a:endParaRPr lang="en-US"/>
        </a:p>
      </dgm:t>
    </dgm:pt>
    <dgm:pt modelId="{7289EE3D-2D23-40A8-B64F-ED711490BCEF}">
      <dgm:prSet/>
      <dgm:spPr/>
      <dgm:t>
        <a:bodyPr/>
        <a:lstStyle/>
        <a:p>
          <a:r>
            <a:rPr lang="es-ES" noProof="0" dirty="0" err="1"/>
            <a:t>Testing</a:t>
          </a:r>
          <a:r>
            <a:rPr lang="es-ES" noProof="0" dirty="0"/>
            <a:t> de compatibilidad entre diferentes navegadores y dispositivos</a:t>
          </a:r>
        </a:p>
      </dgm:t>
    </dgm:pt>
    <dgm:pt modelId="{9E07134A-541D-4C36-B978-E7EBCF58D62D}" type="parTrans" cxnId="{342D4E9B-F0C8-4678-83E5-B06B1C4367DF}">
      <dgm:prSet/>
      <dgm:spPr/>
      <dgm:t>
        <a:bodyPr/>
        <a:lstStyle/>
        <a:p>
          <a:endParaRPr lang="en-US"/>
        </a:p>
      </dgm:t>
    </dgm:pt>
    <dgm:pt modelId="{0CC7DAE0-B628-4B14-A9FF-A5953E0458D4}" type="sibTrans" cxnId="{342D4E9B-F0C8-4678-83E5-B06B1C4367DF}">
      <dgm:prSet/>
      <dgm:spPr/>
      <dgm:t>
        <a:bodyPr/>
        <a:lstStyle/>
        <a:p>
          <a:endParaRPr lang="en-US"/>
        </a:p>
      </dgm:t>
    </dgm:pt>
    <dgm:pt modelId="{E20B5D2A-BE81-4138-A5FF-BC34B8FE615B}">
      <dgm:prSet/>
      <dgm:spPr/>
      <dgm:t>
        <a:bodyPr/>
        <a:lstStyle/>
        <a:p>
          <a:r>
            <a:rPr lang="es-ES" noProof="0" dirty="0"/>
            <a:t>Corrección de errores menores y refinamiento de interfaz</a:t>
          </a:r>
        </a:p>
      </dgm:t>
    </dgm:pt>
    <dgm:pt modelId="{9CA5C4E8-8756-46E8-8F57-2B0D08B8C335}" type="parTrans" cxnId="{FBB6F897-C1BA-4CAF-98D3-178009BEC205}">
      <dgm:prSet/>
      <dgm:spPr/>
      <dgm:t>
        <a:bodyPr/>
        <a:lstStyle/>
        <a:p>
          <a:endParaRPr lang="en-US"/>
        </a:p>
      </dgm:t>
    </dgm:pt>
    <dgm:pt modelId="{A70C0BB2-6722-448B-BD8D-593F26542A12}" type="sibTrans" cxnId="{FBB6F897-C1BA-4CAF-98D3-178009BEC205}">
      <dgm:prSet/>
      <dgm:spPr/>
      <dgm:t>
        <a:bodyPr/>
        <a:lstStyle/>
        <a:p>
          <a:endParaRPr lang="en-US"/>
        </a:p>
      </dgm:t>
    </dgm:pt>
    <dgm:pt modelId="{5E4D8606-C916-4836-B449-B43465006856}">
      <dgm:prSet/>
      <dgm:spPr/>
      <dgm:t>
        <a:bodyPr/>
        <a:lstStyle/>
        <a:p>
          <a:pPr>
            <a:defRPr b="1"/>
          </a:pPr>
          <a:r>
            <a:rPr lang="es-ES" b="1" noProof="0" dirty="0"/>
            <a:t>FASE 3 - DOCUMENTACION Y ENTREGA</a:t>
          </a:r>
          <a:endParaRPr lang="es-ES" noProof="0" dirty="0"/>
        </a:p>
      </dgm:t>
    </dgm:pt>
    <dgm:pt modelId="{89E4920B-2E5C-4A3D-B955-EA9ED448341B}" type="parTrans" cxnId="{DE10A505-8D43-4A22-AB1F-E2FF7C960D40}">
      <dgm:prSet/>
      <dgm:spPr/>
      <dgm:t>
        <a:bodyPr/>
        <a:lstStyle/>
        <a:p>
          <a:endParaRPr lang="en-US"/>
        </a:p>
      </dgm:t>
    </dgm:pt>
    <dgm:pt modelId="{B367CC6F-6DBC-44E8-93A4-D4155D75ED64}" type="sibTrans" cxnId="{DE10A505-8D43-4A22-AB1F-E2FF7C960D40}">
      <dgm:prSet/>
      <dgm:spPr/>
      <dgm:t>
        <a:bodyPr/>
        <a:lstStyle/>
        <a:p>
          <a:endParaRPr lang="en-US"/>
        </a:p>
      </dgm:t>
    </dgm:pt>
    <dgm:pt modelId="{D2C42ABF-78D9-4DA1-B75A-1CAA665E360F}">
      <dgm:prSet/>
      <dgm:spPr/>
      <dgm:t>
        <a:bodyPr/>
        <a:lstStyle/>
        <a:p>
          <a:r>
            <a:rPr lang="es-ES" noProof="0" dirty="0"/>
            <a:t>Elaboración de documentación técnica completa para mantenimiento</a:t>
          </a:r>
        </a:p>
      </dgm:t>
    </dgm:pt>
    <dgm:pt modelId="{5E7F54F7-DCB4-4A10-84AF-633627A8EF07}" type="parTrans" cxnId="{34DBFC90-63D3-4792-89BA-8A36B0759552}">
      <dgm:prSet/>
      <dgm:spPr/>
      <dgm:t>
        <a:bodyPr/>
        <a:lstStyle/>
        <a:p>
          <a:endParaRPr lang="en-US"/>
        </a:p>
      </dgm:t>
    </dgm:pt>
    <dgm:pt modelId="{781AFFBB-3A9E-4E6E-99F1-48500FE9DE81}" type="sibTrans" cxnId="{34DBFC90-63D3-4792-89BA-8A36B0759552}">
      <dgm:prSet/>
      <dgm:spPr/>
      <dgm:t>
        <a:bodyPr/>
        <a:lstStyle/>
        <a:p>
          <a:endParaRPr lang="en-US"/>
        </a:p>
      </dgm:t>
    </dgm:pt>
    <dgm:pt modelId="{CCAE77A1-CCF3-4CBF-95C9-5ED23D481C3F}">
      <dgm:prSet/>
      <dgm:spPr/>
      <dgm:t>
        <a:bodyPr/>
        <a:lstStyle/>
        <a:p>
          <a:r>
            <a:rPr lang="es-ES" noProof="0" dirty="0"/>
            <a:t>Creación de manual de usuario para administradores del sistema</a:t>
          </a:r>
        </a:p>
      </dgm:t>
    </dgm:pt>
    <dgm:pt modelId="{E67EB416-6E77-4407-AA86-652F7E7901C6}" type="parTrans" cxnId="{956EB4F5-D8DB-44C0-B708-DA8F9FA9E9A5}">
      <dgm:prSet/>
      <dgm:spPr/>
      <dgm:t>
        <a:bodyPr/>
        <a:lstStyle/>
        <a:p>
          <a:endParaRPr lang="en-US"/>
        </a:p>
      </dgm:t>
    </dgm:pt>
    <dgm:pt modelId="{ED6CB112-1AC4-4F40-839A-C79AB949B70F}" type="sibTrans" cxnId="{956EB4F5-D8DB-44C0-B708-DA8F9FA9E9A5}">
      <dgm:prSet/>
      <dgm:spPr/>
      <dgm:t>
        <a:bodyPr/>
        <a:lstStyle/>
        <a:p>
          <a:endParaRPr lang="en-US"/>
        </a:p>
      </dgm:t>
    </dgm:pt>
    <dgm:pt modelId="{5512578E-36DB-4F72-8162-C7C6D75A52AA}">
      <dgm:prSet/>
      <dgm:spPr/>
      <dgm:t>
        <a:bodyPr/>
        <a:lstStyle/>
        <a:p>
          <a:r>
            <a:rPr lang="es-ES" noProof="0" dirty="0"/>
            <a:t>Configuración final del entorno de producción con medidas de seguridad</a:t>
          </a:r>
        </a:p>
      </dgm:t>
    </dgm:pt>
    <dgm:pt modelId="{E607AE1A-7D30-4E7F-9D44-2AFDF2750970}" type="parTrans" cxnId="{C3B28DF5-6545-47B0-BC2F-B16232CF1547}">
      <dgm:prSet/>
      <dgm:spPr/>
      <dgm:t>
        <a:bodyPr/>
        <a:lstStyle/>
        <a:p>
          <a:endParaRPr lang="en-US"/>
        </a:p>
      </dgm:t>
    </dgm:pt>
    <dgm:pt modelId="{EC96B73C-E30E-421A-AD37-A709D4E2E5B4}" type="sibTrans" cxnId="{C3B28DF5-6545-47B0-BC2F-B16232CF1547}">
      <dgm:prSet/>
      <dgm:spPr/>
      <dgm:t>
        <a:bodyPr/>
        <a:lstStyle/>
        <a:p>
          <a:endParaRPr lang="en-US"/>
        </a:p>
      </dgm:t>
    </dgm:pt>
    <dgm:pt modelId="{44DB7402-19F9-4243-9272-E04881FEB104}">
      <dgm:prSet/>
      <dgm:spPr/>
      <dgm:t>
        <a:bodyPr/>
        <a:lstStyle/>
        <a:p>
          <a:r>
            <a:rPr lang="es-ES" noProof="0" dirty="0"/>
            <a:t>Entrega de credenciales y transferencia de conocimiento al cliente</a:t>
          </a:r>
        </a:p>
      </dgm:t>
    </dgm:pt>
    <dgm:pt modelId="{E0ECD96F-A5F9-463D-9755-68EA739A5D9A}" type="parTrans" cxnId="{D6158523-7554-4F3F-9C07-AB7B5721CA22}">
      <dgm:prSet/>
      <dgm:spPr/>
      <dgm:t>
        <a:bodyPr/>
        <a:lstStyle/>
        <a:p>
          <a:endParaRPr lang="en-US"/>
        </a:p>
      </dgm:t>
    </dgm:pt>
    <dgm:pt modelId="{4C496E4D-C6E3-4F1B-A7E5-9EE76718B66D}" type="sibTrans" cxnId="{D6158523-7554-4F3F-9C07-AB7B5721CA22}">
      <dgm:prSet/>
      <dgm:spPr/>
      <dgm:t>
        <a:bodyPr/>
        <a:lstStyle/>
        <a:p>
          <a:endParaRPr lang="en-US"/>
        </a:p>
      </dgm:t>
    </dgm:pt>
    <dgm:pt modelId="{C8923833-81B3-4B12-8056-2E0E88108410}">
      <dgm:prSet/>
      <dgm:spPr/>
      <dgm:t>
        <a:bodyPr/>
        <a:lstStyle/>
        <a:p>
          <a:r>
            <a:rPr lang="es-ES" noProof="0" dirty="0"/>
            <a:t>Validación final con cliente y cierre formal del proyecto</a:t>
          </a:r>
        </a:p>
      </dgm:t>
    </dgm:pt>
    <dgm:pt modelId="{B0349DFF-3B51-4B3D-892F-29F1C38F97A9}" type="parTrans" cxnId="{F59D1597-977C-4804-A194-745E9F6E45F8}">
      <dgm:prSet/>
      <dgm:spPr/>
      <dgm:t>
        <a:bodyPr/>
        <a:lstStyle/>
        <a:p>
          <a:endParaRPr lang="en-US"/>
        </a:p>
      </dgm:t>
    </dgm:pt>
    <dgm:pt modelId="{C8532AA3-3D6F-43AE-88C3-DBC74162610E}" type="sibTrans" cxnId="{F59D1597-977C-4804-A194-745E9F6E45F8}">
      <dgm:prSet/>
      <dgm:spPr/>
      <dgm:t>
        <a:bodyPr/>
        <a:lstStyle/>
        <a:p>
          <a:endParaRPr lang="en-US"/>
        </a:p>
      </dgm:t>
    </dgm:pt>
    <dgm:pt modelId="{68DF6B48-0F53-4C64-9A7E-A1167D4DAC46}" type="pres">
      <dgm:prSet presAssocID="{9239BCE0-1D94-43C2-8F0E-3A726B303ABD}" presName="Name0" presStyleCnt="0">
        <dgm:presLayoutVars>
          <dgm:dir/>
          <dgm:animLvl val="lvl"/>
          <dgm:resizeHandles val="exact"/>
        </dgm:presLayoutVars>
      </dgm:prSet>
      <dgm:spPr/>
    </dgm:pt>
    <dgm:pt modelId="{665C412B-3BCE-482E-A91D-AE05370055C5}" type="pres">
      <dgm:prSet presAssocID="{19F5C603-9781-444A-BF79-0C9FD50E4C01}" presName="composite" presStyleCnt="0"/>
      <dgm:spPr/>
    </dgm:pt>
    <dgm:pt modelId="{EBAB2DBD-50B9-44EB-8B1A-91C0DA4C2D73}" type="pres">
      <dgm:prSet presAssocID="{19F5C603-9781-444A-BF79-0C9FD50E4C01}" presName="parTx" presStyleLbl="alignNode1" presStyleIdx="0" presStyleCnt="3">
        <dgm:presLayoutVars>
          <dgm:chMax val="0"/>
          <dgm:chPref val="0"/>
        </dgm:presLayoutVars>
      </dgm:prSet>
      <dgm:spPr/>
    </dgm:pt>
    <dgm:pt modelId="{C1A84FD3-A5BE-48E4-9764-95FB1B8AC0B1}" type="pres">
      <dgm:prSet presAssocID="{19F5C603-9781-444A-BF79-0C9FD50E4C01}" presName="desTx" presStyleLbl="alignAccFollowNode1" presStyleIdx="0" presStyleCnt="3">
        <dgm:presLayoutVars/>
      </dgm:prSet>
      <dgm:spPr/>
    </dgm:pt>
    <dgm:pt modelId="{4ECA0C1C-8F4F-4C95-B91F-34BB09456848}" type="pres">
      <dgm:prSet presAssocID="{DF55C752-3F10-48CF-915C-75763AC324A7}" presName="space" presStyleCnt="0"/>
      <dgm:spPr/>
    </dgm:pt>
    <dgm:pt modelId="{24F0699E-A5DA-4933-98F0-D2AECB00C465}" type="pres">
      <dgm:prSet presAssocID="{C6A0D67E-8E92-4579-97BA-A407C01B3CFB}" presName="composite" presStyleCnt="0"/>
      <dgm:spPr/>
    </dgm:pt>
    <dgm:pt modelId="{96F9814F-674A-4148-AA4B-8FBA8A9C7F55}" type="pres">
      <dgm:prSet presAssocID="{C6A0D67E-8E92-4579-97BA-A407C01B3CFB}" presName="parTx" presStyleLbl="alignNode1" presStyleIdx="1" presStyleCnt="3">
        <dgm:presLayoutVars>
          <dgm:chMax val="0"/>
          <dgm:chPref val="0"/>
        </dgm:presLayoutVars>
      </dgm:prSet>
      <dgm:spPr/>
    </dgm:pt>
    <dgm:pt modelId="{B5F78369-BE38-450D-815C-E779F6ED8B55}" type="pres">
      <dgm:prSet presAssocID="{C6A0D67E-8E92-4579-97BA-A407C01B3CFB}" presName="desTx" presStyleLbl="alignAccFollowNode1" presStyleIdx="1" presStyleCnt="3">
        <dgm:presLayoutVars/>
      </dgm:prSet>
      <dgm:spPr/>
    </dgm:pt>
    <dgm:pt modelId="{DF6ACD58-16AE-48A1-9475-6BC158E54A00}" type="pres">
      <dgm:prSet presAssocID="{3903A859-C3D3-4FF4-ADBB-F382FDA7341B}" presName="space" presStyleCnt="0"/>
      <dgm:spPr/>
    </dgm:pt>
    <dgm:pt modelId="{75260508-1B22-4762-8EA0-EB1624C89B08}" type="pres">
      <dgm:prSet presAssocID="{5E4D8606-C916-4836-B449-B43465006856}" presName="composite" presStyleCnt="0"/>
      <dgm:spPr/>
    </dgm:pt>
    <dgm:pt modelId="{B0B522AB-3381-4DF1-8869-71443A5B34BC}" type="pres">
      <dgm:prSet presAssocID="{5E4D8606-C916-4836-B449-B43465006856}" presName="parTx" presStyleLbl="alignNode1" presStyleIdx="2" presStyleCnt="3">
        <dgm:presLayoutVars>
          <dgm:chMax val="0"/>
          <dgm:chPref val="0"/>
        </dgm:presLayoutVars>
      </dgm:prSet>
      <dgm:spPr/>
    </dgm:pt>
    <dgm:pt modelId="{31A1E889-67B1-47D5-BD0A-DB84E3CCFA5E}" type="pres">
      <dgm:prSet presAssocID="{5E4D8606-C916-4836-B449-B43465006856}" presName="desTx" presStyleLbl="alignAccFollowNode1" presStyleIdx="2" presStyleCnt="3">
        <dgm:presLayoutVars/>
      </dgm:prSet>
      <dgm:spPr/>
    </dgm:pt>
  </dgm:ptLst>
  <dgm:cxnLst>
    <dgm:cxn modelId="{1D381803-21BB-4983-9A23-6D2158CB7C71}" srcId="{19F5C603-9781-444A-BF79-0C9FD50E4C01}" destId="{58111228-61CF-4F16-BD9F-B3144ED1E83F}" srcOrd="0" destOrd="0" parTransId="{5960BDED-847D-41FD-BDA4-0426300F1CE5}" sibTransId="{50C2DA59-F035-4307-AE6C-6A2843EA818A}"/>
    <dgm:cxn modelId="{DE10A505-8D43-4A22-AB1F-E2FF7C960D40}" srcId="{9239BCE0-1D94-43C2-8F0E-3A726B303ABD}" destId="{5E4D8606-C916-4836-B449-B43465006856}" srcOrd="2" destOrd="0" parTransId="{89E4920B-2E5C-4A3D-B955-EA9ED448341B}" sibTransId="{B367CC6F-6DBC-44E8-93A4-D4155D75ED64}"/>
    <dgm:cxn modelId="{9806AD0B-C25F-48D1-95A9-41741C00542A}" type="presOf" srcId="{80CD985F-2F9D-4723-BBDB-14A78B66CDC2}" destId="{B5F78369-BE38-450D-815C-E779F6ED8B55}" srcOrd="0" destOrd="1" presId="urn:microsoft.com/office/officeart/2016/7/layout/ChevronBlockProcess"/>
    <dgm:cxn modelId="{7B2E7C0C-6E75-4A05-9CBC-5F9FD1B66512}" srcId="{19F5C603-9781-444A-BF79-0C9FD50E4C01}" destId="{408CCD46-E457-4465-B0D8-EFF59D99303F}" srcOrd="2" destOrd="0" parTransId="{0B3A3F0B-00F8-484C-9434-574F2FED2BC1}" sibTransId="{6F6C95E6-6F9F-4A33-993B-865694D0EEFB}"/>
    <dgm:cxn modelId="{34E7E619-2BD0-472E-93B2-55DA61A2F830}" srcId="{C6A0D67E-8E92-4579-97BA-A407C01B3CFB}" destId="{E2D55B26-7781-45A4-BBB1-29717DB67783}" srcOrd="2" destOrd="0" parTransId="{7CD5751F-3ADD-499F-A8CD-9C6F0AAC7AF4}" sibTransId="{3953FA4E-852A-4371-A6A8-5E97A0D36967}"/>
    <dgm:cxn modelId="{1D02D91D-A21D-4D99-A651-A87757480B27}" type="presOf" srcId="{19F5C603-9781-444A-BF79-0C9FD50E4C01}" destId="{EBAB2DBD-50B9-44EB-8B1A-91C0DA4C2D73}" srcOrd="0" destOrd="0" presId="urn:microsoft.com/office/officeart/2016/7/layout/ChevronBlockProcess"/>
    <dgm:cxn modelId="{D6158523-7554-4F3F-9C07-AB7B5721CA22}" srcId="{5E4D8606-C916-4836-B449-B43465006856}" destId="{44DB7402-19F9-4243-9272-E04881FEB104}" srcOrd="3" destOrd="0" parTransId="{E0ECD96F-A5F9-463D-9755-68EA739A5D9A}" sibTransId="{4C496E4D-C6E3-4F1B-A7E5-9EE76718B66D}"/>
    <dgm:cxn modelId="{CBCFFF40-5F11-4999-BB20-3FF93F00313C}" type="presOf" srcId="{7289EE3D-2D23-40A8-B64F-ED711490BCEF}" destId="{B5F78369-BE38-450D-815C-E779F6ED8B55}" srcOrd="0" destOrd="3" presId="urn:microsoft.com/office/officeart/2016/7/layout/ChevronBlockProcess"/>
    <dgm:cxn modelId="{5FC09D5B-A78B-43F1-9288-2C8BFA4D5A27}" srcId="{C6A0D67E-8E92-4579-97BA-A407C01B3CFB}" destId="{80CD985F-2F9D-4723-BBDB-14A78B66CDC2}" srcOrd="1" destOrd="0" parTransId="{8018B754-29BF-4BA6-A2F8-ED1B541FFC2D}" sibTransId="{3C7F74CD-F046-41CD-BB4B-B900A507DCB5}"/>
    <dgm:cxn modelId="{BE66035D-935D-480D-A599-C86E341E6530}" type="presOf" srcId="{BDCDB800-7A84-478B-A36E-6DC8BDBD17C9}" destId="{C1A84FD3-A5BE-48E4-9764-95FB1B8AC0B1}" srcOrd="0" destOrd="3" presId="urn:microsoft.com/office/officeart/2016/7/layout/ChevronBlockProcess"/>
    <dgm:cxn modelId="{16C58C64-16E5-45E3-AA96-6A46D2044C85}" type="presOf" srcId="{D2C42ABF-78D9-4DA1-B75A-1CAA665E360F}" destId="{31A1E889-67B1-47D5-BD0A-DB84E3CCFA5E}" srcOrd="0" destOrd="0" presId="urn:microsoft.com/office/officeart/2016/7/layout/ChevronBlockProcess"/>
    <dgm:cxn modelId="{4BD9A24C-5EE4-4CCF-94D5-F38685FF2614}" type="presOf" srcId="{E20B5D2A-BE81-4138-A5FF-BC34B8FE615B}" destId="{B5F78369-BE38-450D-815C-E779F6ED8B55}" srcOrd="0" destOrd="4" presId="urn:microsoft.com/office/officeart/2016/7/layout/ChevronBlockProcess"/>
    <dgm:cxn modelId="{98E78351-129E-4DEC-B995-D4CA3E1EF3E7}" type="presOf" srcId="{E22E6CC5-F955-41E2-85D9-DCC04783F301}" destId="{C1A84FD3-A5BE-48E4-9764-95FB1B8AC0B1}" srcOrd="0" destOrd="4" presId="urn:microsoft.com/office/officeart/2016/7/layout/ChevronBlockProcess"/>
    <dgm:cxn modelId="{79B6E557-6C53-4C84-9DAF-D2BA5F8F32BB}" srcId="{19F5C603-9781-444A-BF79-0C9FD50E4C01}" destId="{E22E6CC5-F955-41E2-85D9-DCC04783F301}" srcOrd="4" destOrd="0" parTransId="{35E04DA5-1B8E-4182-ADDC-A2CF1EEF0C97}" sibTransId="{B43DBF07-8268-415E-B681-9479A52CA92F}"/>
    <dgm:cxn modelId="{D84E817A-E7F8-40A6-8BC9-D64E6BBF8110}" type="presOf" srcId="{408CCD46-E457-4465-B0D8-EFF59D99303F}" destId="{C1A84FD3-A5BE-48E4-9764-95FB1B8AC0B1}" srcOrd="0" destOrd="2" presId="urn:microsoft.com/office/officeart/2016/7/layout/ChevronBlockProcess"/>
    <dgm:cxn modelId="{8D1F197B-33CE-4820-B3D1-9490AC681887}" srcId="{19F5C603-9781-444A-BF79-0C9FD50E4C01}" destId="{BDCDB800-7A84-478B-A36E-6DC8BDBD17C9}" srcOrd="3" destOrd="0" parTransId="{55181706-6B5C-4E94-A917-95B4743A7AE4}" sibTransId="{A95B0D74-31DC-4A12-9740-4B82AFD2B65C}"/>
    <dgm:cxn modelId="{34DBFC90-63D3-4792-89BA-8A36B0759552}" srcId="{5E4D8606-C916-4836-B449-B43465006856}" destId="{D2C42ABF-78D9-4DA1-B75A-1CAA665E360F}" srcOrd="0" destOrd="0" parTransId="{5E7F54F7-DCB4-4A10-84AF-633627A8EF07}" sibTransId="{781AFFBB-3A9E-4E6E-99F1-48500FE9DE81}"/>
    <dgm:cxn modelId="{9C968194-6687-4BAF-8ED1-4DF095A64113}" type="presOf" srcId="{E2D55B26-7781-45A4-BBB1-29717DB67783}" destId="{B5F78369-BE38-450D-815C-E779F6ED8B55}" srcOrd="0" destOrd="2" presId="urn:microsoft.com/office/officeart/2016/7/layout/ChevronBlockProcess"/>
    <dgm:cxn modelId="{93849594-4E3B-4643-A55D-89D7C7D6BFB9}" type="presOf" srcId="{C8923833-81B3-4B12-8056-2E0E88108410}" destId="{31A1E889-67B1-47D5-BD0A-DB84E3CCFA5E}" srcOrd="0" destOrd="4" presId="urn:microsoft.com/office/officeart/2016/7/layout/ChevronBlockProcess"/>
    <dgm:cxn modelId="{F59D1597-977C-4804-A194-745E9F6E45F8}" srcId="{5E4D8606-C916-4836-B449-B43465006856}" destId="{C8923833-81B3-4B12-8056-2E0E88108410}" srcOrd="4" destOrd="0" parTransId="{B0349DFF-3B51-4B3D-892F-29F1C38F97A9}" sibTransId="{C8532AA3-3D6F-43AE-88C3-DBC74162610E}"/>
    <dgm:cxn modelId="{FBB6F897-C1BA-4CAF-98D3-178009BEC205}" srcId="{C6A0D67E-8E92-4579-97BA-A407C01B3CFB}" destId="{E20B5D2A-BE81-4138-A5FF-BC34B8FE615B}" srcOrd="4" destOrd="0" parTransId="{9CA5C4E8-8756-46E8-8F57-2B0D08B8C335}" sibTransId="{A70C0BB2-6722-448B-BD8D-593F26542A12}"/>
    <dgm:cxn modelId="{271C7699-FBC7-473E-8736-057DF7E3828B}" type="presOf" srcId="{B55D7393-7B66-4FB5-BAF2-111DA6E8CC30}" destId="{B5F78369-BE38-450D-815C-E779F6ED8B55}" srcOrd="0" destOrd="0" presId="urn:microsoft.com/office/officeart/2016/7/layout/ChevronBlockProcess"/>
    <dgm:cxn modelId="{342D4E9B-F0C8-4678-83E5-B06B1C4367DF}" srcId="{C6A0D67E-8E92-4579-97BA-A407C01B3CFB}" destId="{7289EE3D-2D23-40A8-B64F-ED711490BCEF}" srcOrd="3" destOrd="0" parTransId="{9E07134A-541D-4C36-B978-E7EBCF58D62D}" sibTransId="{0CC7DAE0-B628-4B14-A9FF-A5953E0458D4}"/>
    <dgm:cxn modelId="{DB4D91A3-97C0-436D-9BCD-72A2D24EF929}" type="presOf" srcId="{9239BCE0-1D94-43C2-8F0E-3A726B303ABD}" destId="{68DF6B48-0F53-4C64-9A7E-A1167D4DAC46}" srcOrd="0" destOrd="0" presId="urn:microsoft.com/office/officeart/2016/7/layout/ChevronBlockProcess"/>
    <dgm:cxn modelId="{5BE149A6-4762-46C5-AD74-41743F2628E8}" type="presOf" srcId="{CCAE77A1-CCF3-4CBF-95C9-5ED23D481C3F}" destId="{31A1E889-67B1-47D5-BD0A-DB84E3CCFA5E}" srcOrd="0" destOrd="1" presId="urn:microsoft.com/office/officeart/2016/7/layout/ChevronBlockProcess"/>
    <dgm:cxn modelId="{C59D41B2-681E-418D-8DD0-952C9DA2C1F6}" srcId="{9239BCE0-1D94-43C2-8F0E-3A726B303ABD}" destId="{19F5C603-9781-444A-BF79-0C9FD50E4C01}" srcOrd="0" destOrd="0" parTransId="{E43348E6-8F0C-4614-9926-1539337A9D1F}" sibTransId="{DF55C752-3F10-48CF-915C-75763AC324A7}"/>
    <dgm:cxn modelId="{D4FA50B6-5C9C-461B-81A0-9E6D3129C0A9}" srcId="{C6A0D67E-8E92-4579-97BA-A407C01B3CFB}" destId="{B55D7393-7B66-4FB5-BAF2-111DA6E8CC30}" srcOrd="0" destOrd="0" parTransId="{EF57C3DA-BE4D-4AA8-AB84-51D5826A7D1F}" sibTransId="{0B09BA2B-0149-44ED-BCC7-3900D80B0A71}"/>
    <dgm:cxn modelId="{AC47BBC7-C364-4E74-A15D-E238AA0D66CC}" type="presOf" srcId="{44DB7402-19F9-4243-9272-E04881FEB104}" destId="{31A1E889-67B1-47D5-BD0A-DB84E3CCFA5E}" srcOrd="0" destOrd="3" presId="urn:microsoft.com/office/officeart/2016/7/layout/ChevronBlockProcess"/>
    <dgm:cxn modelId="{332BCAD1-A14D-4AFC-BA54-4C2731513BC1}" srcId="{19F5C603-9781-444A-BF79-0C9FD50E4C01}" destId="{F04E17D8-7A6E-4049-8985-D41C1645A909}" srcOrd="1" destOrd="0" parTransId="{BC5AD658-3C57-47C8-BD61-F2536229BDCD}" sibTransId="{FBB56CC8-3997-41C8-B831-65425008256B}"/>
    <dgm:cxn modelId="{32B162D7-AAE4-4F5B-A539-4C866C2CDFD1}" type="presOf" srcId="{58111228-61CF-4F16-BD9F-B3144ED1E83F}" destId="{C1A84FD3-A5BE-48E4-9764-95FB1B8AC0B1}" srcOrd="0" destOrd="0" presId="urn:microsoft.com/office/officeart/2016/7/layout/ChevronBlockProcess"/>
    <dgm:cxn modelId="{E96B83D7-D159-4A6D-A566-E843ED3ACEDA}" type="presOf" srcId="{C6A0D67E-8E92-4579-97BA-A407C01B3CFB}" destId="{96F9814F-674A-4148-AA4B-8FBA8A9C7F55}" srcOrd="0" destOrd="0" presId="urn:microsoft.com/office/officeart/2016/7/layout/ChevronBlockProcess"/>
    <dgm:cxn modelId="{6681EEDB-9D79-4B35-BD1B-0151F2B97186}" srcId="{9239BCE0-1D94-43C2-8F0E-3A726B303ABD}" destId="{C6A0D67E-8E92-4579-97BA-A407C01B3CFB}" srcOrd="1" destOrd="0" parTransId="{8F963C59-E2D5-449B-BC1C-B03D5C1EDDC5}" sibTransId="{3903A859-C3D3-4FF4-ADBB-F382FDA7341B}"/>
    <dgm:cxn modelId="{73AB4EDE-0893-4780-B320-ABC5D8278FE6}" type="presOf" srcId="{5512578E-36DB-4F72-8162-C7C6D75A52AA}" destId="{31A1E889-67B1-47D5-BD0A-DB84E3CCFA5E}" srcOrd="0" destOrd="2" presId="urn:microsoft.com/office/officeart/2016/7/layout/ChevronBlockProcess"/>
    <dgm:cxn modelId="{8F2424F0-B1DA-42FB-8A9A-E73886CD8684}" type="presOf" srcId="{F04E17D8-7A6E-4049-8985-D41C1645A909}" destId="{C1A84FD3-A5BE-48E4-9764-95FB1B8AC0B1}" srcOrd="0" destOrd="1" presId="urn:microsoft.com/office/officeart/2016/7/layout/ChevronBlockProcess"/>
    <dgm:cxn modelId="{C3B28DF5-6545-47B0-BC2F-B16232CF1547}" srcId="{5E4D8606-C916-4836-B449-B43465006856}" destId="{5512578E-36DB-4F72-8162-C7C6D75A52AA}" srcOrd="2" destOrd="0" parTransId="{E607AE1A-7D30-4E7F-9D44-2AFDF2750970}" sibTransId="{EC96B73C-E30E-421A-AD37-A709D4E2E5B4}"/>
    <dgm:cxn modelId="{956EB4F5-D8DB-44C0-B708-DA8F9FA9E9A5}" srcId="{5E4D8606-C916-4836-B449-B43465006856}" destId="{CCAE77A1-CCF3-4CBF-95C9-5ED23D481C3F}" srcOrd="1" destOrd="0" parTransId="{E67EB416-6E77-4407-AA86-652F7E7901C6}" sibTransId="{ED6CB112-1AC4-4F40-839A-C79AB949B70F}"/>
    <dgm:cxn modelId="{AABD7EFD-E8CB-4FEA-827E-A88E76B07C46}" type="presOf" srcId="{5E4D8606-C916-4836-B449-B43465006856}" destId="{B0B522AB-3381-4DF1-8869-71443A5B34BC}" srcOrd="0" destOrd="0" presId="urn:microsoft.com/office/officeart/2016/7/layout/ChevronBlockProcess"/>
    <dgm:cxn modelId="{8E99A371-98BF-4038-A9B7-08BECFA6DAB2}" type="presParOf" srcId="{68DF6B48-0F53-4C64-9A7E-A1167D4DAC46}" destId="{665C412B-3BCE-482E-A91D-AE05370055C5}" srcOrd="0" destOrd="0" presId="urn:microsoft.com/office/officeart/2016/7/layout/ChevronBlockProcess"/>
    <dgm:cxn modelId="{9EDC46AA-86C1-4B54-8D9B-25520FD9CC36}" type="presParOf" srcId="{665C412B-3BCE-482E-A91D-AE05370055C5}" destId="{EBAB2DBD-50B9-44EB-8B1A-91C0DA4C2D73}" srcOrd="0" destOrd="0" presId="urn:microsoft.com/office/officeart/2016/7/layout/ChevronBlockProcess"/>
    <dgm:cxn modelId="{89E72519-09F8-4A6F-B66C-3D93E96928BD}" type="presParOf" srcId="{665C412B-3BCE-482E-A91D-AE05370055C5}" destId="{C1A84FD3-A5BE-48E4-9764-95FB1B8AC0B1}" srcOrd="1" destOrd="0" presId="urn:microsoft.com/office/officeart/2016/7/layout/ChevronBlockProcess"/>
    <dgm:cxn modelId="{A2650C38-955E-4C91-84E0-AB3B0246B2B9}" type="presParOf" srcId="{68DF6B48-0F53-4C64-9A7E-A1167D4DAC46}" destId="{4ECA0C1C-8F4F-4C95-B91F-34BB09456848}" srcOrd="1" destOrd="0" presId="urn:microsoft.com/office/officeart/2016/7/layout/ChevronBlockProcess"/>
    <dgm:cxn modelId="{52AA7318-2C2D-46C3-83A0-43EDBEA8B1D6}" type="presParOf" srcId="{68DF6B48-0F53-4C64-9A7E-A1167D4DAC46}" destId="{24F0699E-A5DA-4933-98F0-D2AECB00C465}" srcOrd="2" destOrd="0" presId="urn:microsoft.com/office/officeart/2016/7/layout/ChevronBlockProcess"/>
    <dgm:cxn modelId="{FBD3A92A-9480-4539-9549-122E3AEE9E7C}" type="presParOf" srcId="{24F0699E-A5DA-4933-98F0-D2AECB00C465}" destId="{96F9814F-674A-4148-AA4B-8FBA8A9C7F55}" srcOrd="0" destOrd="0" presId="urn:microsoft.com/office/officeart/2016/7/layout/ChevronBlockProcess"/>
    <dgm:cxn modelId="{B5F2A228-262E-45FA-9999-D07EAC0F70DE}" type="presParOf" srcId="{24F0699E-A5DA-4933-98F0-D2AECB00C465}" destId="{B5F78369-BE38-450D-815C-E779F6ED8B55}" srcOrd="1" destOrd="0" presId="urn:microsoft.com/office/officeart/2016/7/layout/ChevronBlockProcess"/>
    <dgm:cxn modelId="{0092103D-0695-4CE0-BC3F-5003E186A1A0}" type="presParOf" srcId="{68DF6B48-0F53-4C64-9A7E-A1167D4DAC46}" destId="{DF6ACD58-16AE-48A1-9475-6BC158E54A00}" srcOrd="3" destOrd="0" presId="urn:microsoft.com/office/officeart/2016/7/layout/ChevronBlockProcess"/>
    <dgm:cxn modelId="{8A1BD10B-33FD-44CA-98F9-8761BE21F3CD}" type="presParOf" srcId="{68DF6B48-0F53-4C64-9A7E-A1167D4DAC46}" destId="{75260508-1B22-4762-8EA0-EB1624C89B08}" srcOrd="4" destOrd="0" presId="urn:microsoft.com/office/officeart/2016/7/layout/ChevronBlockProcess"/>
    <dgm:cxn modelId="{79BB375D-3D12-428D-8776-84D04145AB39}" type="presParOf" srcId="{75260508-1B22-4762-8EA0-EB1624C89B08}" destId="{B0B522AB-3381-4DF1-8869-71443A5B34BC}" srcOrd="0" destOrd="0" presId="urn:microsoft.com/office/officeart/2016/7/layout/ChevronBlockProcess"/>
    <dgm:cxn modelId="{7F6BE135-ABC7-4E22-8ABF-21AB9A8BD34E}" type="presParOf" srcId="{75260508-1B22-4762-8EA0-EB1624C89B08}" destId="{31A1E889-67B1-47D5-BD0A-DB84E3CCFA5E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43AFB45-BE54-4348-92F4-60C41FD67D5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AA70D3-CA02-451C-BDEC-81DA4AD59247}">
      <dgm:prSet/>
      <dgm:spPr/>
      <dgm:t>
        <a:bodyPr/>
        <a:lstStyle/>
        <a:p>
          <a:pPr>
            <a:defRPr b="1"/>
          </a:pPr>
          <a:r>
            <a:rPr lang="es-CL" b="1" i="0" baseline="0"/>
            <a:t>Patrones Implementados</a:t>
          </a:r>
          <a:r>
            <a:rPr lang="es-CL" b="0" i="0" baseline="0"/>
            <a:t> </a:t>
          </a:r>
          <a:endParaRPr lang="en-US"/>
        </a:p>
      </dgm:t>
    </dgm:pt>
    <dgm:pt modelId="{72E16A90-0167-4D20-859B-514A78B4776E}" type="parTrans" cxnId="{A735422F-91FF-4950-9ACE-BF2E70095A0B}">
      <dgm:prSet/>
      <dgm:spPr/>
      <dgm:t>
        <a:bodyPr/>
        <a:lstStyle/>
        <a:p>
          <a:endParaRPr lang="en-US"/>
        </a:p>
      </dgm:t>
    </dgm:pt>
    <dgm:pt modelId="{AA2FB387-F4A9-4165-821D-60B18F990F86}" type="sibTrans" cxnId="{A735422F-91FF-4950-9ACE-BF2E70095A0B}">
      <dgm:prSet/>
      <dgm:spPr/>
      <dgm:t>
        <a:bodyPr/>
        <a:lstStyle/>
        <a:p>
          <a:endParaRPr lang="en-US"/>
        </a:p>
      </dgm:t>
    </dgm:pt>
    <dgm:pt modelId="{CA5C83D3-E548-483B-9206-4F0D71308497}">
      <dgm:prSet/>
      <dgm:spPr/>
      <dgm:t>
        <a:bodyPr/>
        <a:lstStyle/>
        <a:p>
          <a:r>
            <a:rPr lang="es-CL" b="1" i="0" baseline="0" dirty="0"/>
            <a:t>MVC (</a:t>
          </a:r>
          <a:r>
            <a:rPr lang="es-CL" b="1" i="0" baseline="0" dirty="0" err="1"/>
            <a:t>Model</a:t>
          </a:r>
          <a:r>
            <a:rPr lang="es-CL" b="1" i="0" baseline="0" dirty="0"/>
            <a:t>-View-</a:t>
          </a:r>
          <a:r>
            <a:rPr lang="es-CL" b="1" i="0" baseline="0" dirty="0" err="1"/>
            <a:t>Controller</a:t>
          </a:r>
          <a:r>
            <a:rPr lang="es-CL" b="1" i="0" baseline="0" dirty="0"/>
            <a:t>):</a:t>
          </a:r>
          <a:r>
            <a:rPr lang="es-CL" b="0" i="0" baseline="0" dirty="0"/>
            <a:t> </a:t>
          </a:r>
          <a:endParaRPr lang="en-US" dirty="0"/>
        </a:p>
      </dgm:t>
    </dgm:pt>
    <dgm:pt modelId="{060423AC-1305-4CD2-8684-92BCD9ACD0B1}" type="parTrans" cxnId="{1248852C-7592-476D-B6D3-4D213F3C3E48}">
      <dgm:prSet/>
      <dgm:spPr/>
      <dgm:t>
        <a:bodyPr/>
        <a:lstStyle/>
        <a:p>
          <a:endParaRPr lang="en-US"/>
        </a:p>
      </dgm:t>
    </dgm:pt>
    <dgm:pt modelId="{18C38E89-72F2-430E-8553-284462A4FCDE}" type="sibTrans" cxnId="{1248852C-7592-476D-B6D3-4D213F3C3E48}">
      <dgm:prSet/>
      <dgm:spPr/>
      <dgm:t>
        <a:bodyPr/>
        <a:lstStyle/>
        <a:p>
          <a:endParaRPr lang="en-US"/>
        </a:p>
      </dgm:t>
    </dgm:pt>
    <dgm:pt modelId="{AFF9340D-0C95-4BE9-B54C-945E96CC9B2C}">
      <dgm:prSet/>
      <dgm:spPr/>
      <dgm:t>
        <a:bodyPr/>
        <a:lstStyle/>
        <a:p>
          <a:r>
            <a:rPr lang="es-CL" b="0" i="0" baseline="0" dirty="0"/>
            <a:t>Separación clara entre datos, lógica y presentación con MongoDB, Express y React </a:t>
          </a:r>
          <a:endParaRPr lang="en-US" dirty="0"/>
        </a:p>
      </dgm:t>
    </dgm:pt>
    <dgm:pt modelId="{0F608825-B77A-40F6-AE94-10104AA8BE9F}" type="parTrans" cxnId="{0E911A4F-B77F-429D-AFD4-09AC1161D7AF}">
      <dgm:prSet/>
      <dgm:spPr/>
      <dgm:t>
        <a:bodyPr/>
        <a:lstStyle/>
        <a:p>
          <a:endParaRPr lang="en-US"/>
        </a:p>
      </dgm:t>
    </dgm:pt>
    <dgm:pt modelId="{26783603-AF07-484C-9AEB-8E19BA39D402}" type="sibTrans" cxnId="{0E911A4F-B77F-429D-AFD4-09AC1161D7AF}">
      <dgm:prSet/>
      <dgm:spPr/>
      <dgm:t>
        <a:bodyPr/>
        <a:lstStyle/>
        <a:p>
          <a:endParaRPr lang="en-US"/>
        </a:p>
      </dgm:t>
    </dgm:pt>
    <dgm:pt modelId="{8B6D7C7F-EAAD-4A86-88AD-76177865A879}">
      <dgm:prSet/>
      <dgm:spPr/>
      <dgm:t>
        <a:bodyPr/>
        <a:lstStyle/>
        <a:p>
          <a:r>
            <a:rPr lang="es-CL" b="0" i="0" baseline="0"/>
            <a:t>Controladores especializados para gestión de productos, usuarios y contenido </a:t>
          </a:r>
          <a:endParaRPr lang="en-US"/>
        </a:p>
      </dgm:t>
    </dgm:pt>
    <dgm:pt modelId="{F0FC305A-6953-4CA4-ACF0-00D8F7CBFFD5}" type="parTrans" cxnId="{0585E539-5AEA-42CB-B91F-259D4DED56AC}">
      <dgm:prSet/>
      <dgm:spPr/>
      <dgm:t>
        <a:bodyPr/>
        <a:lstStyle/>
        <a:p>
          <a:endParaRPr lang="en-US"/>
        </a:p>
      </dgm:t>
    </dgm:pt>
    <dgm:pt modelId="{694D7D72-D430-47D5-B9CC-8D7FA037726B}" type="sibTrans" cxnId="{0585E539-5AEA-42CB-B91F-259D4DED56AC}">
      <dgm:prSet/>
      <dgm:spPr/>
      <dgm:t>
        <a:bodyPr/>
        <a:lstStyle/>
        <a:p>
          <a:endParaRPr lang="en-US"/>
        </a:p>
      </dgm:t>
    </dgm:pt>
    <dgm:pt modelId="{24FC725F-6ACB-44FC-9773-B5CEBC47C300}">
      <dgm:prSet/>
      <dgm:spPr/>
      <dgm:t>
        <a:bodyPr/>
        <a:lstStyle/>
        <a:p>
          <a:r>
            <a:rPr lang="es-CL" b="1" i="0" baseline="0"/>
            <a:t>Repository Pattern:</a:t>
          </a:r>
          <a:r>
            <a:rPr lang="es-CL" b="0" i="0" baseline="0"/>
            <a:t> </a:t>
          </a:r>
          <a:endParaRPr lang="en-US"/>
        </a:p>
      </dgm:t>
    </dgm:pt>
    <dgm:pt modelId="{C1A4CE70-DAE2-4C17-A401-74651D514EDA}" type="parTrans" cxnId="{053BB528-8EC9-43D6-AF99-455B93A6D707}">
      <dgm:prSet/>
      <dgm:spPr/>
      <dgm:t>
        <a:bodyPr/>
        <a:lstStyle/>
        <a:p>
          <a:endParaRPr lang="en-US"/>
        </a:p>
      </dgm:t>
    </dgm:pt>
    <dgm:pt modelId="{D5E2F199-CE73-4FD6-9125-2D24E1F0EFAB}" type="sibTrans" cxnId="{053BB528-8EC9-43D6-AF99-455B93A6D707}">
      <dgm:prSet/>
      <dgm:spPr/>
      <dgm:t>
        <a:bodyPr/>
        <a:lstStyle/>
        <a:p>
          <a:endParaRPr lang="en-US"/>
        </a:p>
      </dgm:t>
    </dgm:pt>
    <dgm:pt modelId="{6936BC1C-1748-4656-AEA8-480637714FEF}">
      <dgm:prSet/>
      <dgm:spPr/>
      <dgm:t>
        <a:bodyPr/>
        <a:lstStyle/>
        <a:p>
          <a:r>
            <a:rPr lang="es-CL" b="0" i="0" baseline="0"/>
            <a:t>Abstracción de acceso a datos con interfaces consistentes para operaciones CRUD </a:t>
          </a:r>
          <a:endParaRPr lang="en-US"/>
        </a:p>
      </dgm:t>
    </dgm:pt>
    <dgm:pt modelId="{4AA1F4FC-A37E-4F4A-9556-BCF3760B3AE4}" type="parTrans" cxnId="{D4FDAA64-F006-4EF1-BD12-CAA8883C1E77}">
      <dgm:prSet/>
      <dgm:spPr/>
      <dgm:t>
        <a:bodyPr/>
        <a:lstStyle/>
        <a:p>
          <a:endParaRPr lang="en-US"/>
        </a:p>
      </dgm:t>
    </dgm:pt>
    <dgm:pt modelId="{063EF579-54B6-4611-A520-2BBB7912809A}" type="sibTrans" cxnId="{D4FDAA64-F006-4EF1-BD12-CAA8883C1E77}">
      <dgm:prSet/>
      <dgm:spPr/>
      <dgm:t>
        <a:bodyPr/>
        <a:lstStyle/>
        <a:p>
          <a:endParaRPr lang="en-US"/>
        </a:p>
      </dgm:t>
    </dgm:pt>
    <dgm:pt modelId="{4FE2D771-4C52-46F9-8A74-190AED9C25CA}">
      <dgm:prSet/>
      <dgm:spPr/>
      <dgm:t>
        <a:bodyPr/>
        <a:lstStyle/>
        <a:p>
          <a:r>
            <a:rPr lang="es-CL" b="0" i="0" baseline="0"/>
            <a:t>Facilita testing y mantenimiento del código de base de datos </a:t>
          </a:r>
          <a:endParaRPr lang="en-US"/>
        </a:p>
      </dgm:t>
    </dgm:pt>
    <dgm:pt modelId="{9D8B8C91-587C-47F7-9363-BEC579F3135B}" type="parTrans" cxnId="{42EC404E-2193-4B10-8696-10A0BD1A61B8}">
      <dgm:prSet/>
      <dgm:spPr/>
      <dgm:t>
        <a:bodyPr/>
        <a:lstStyle/>
        <a:p>
          <a:endParaRPr lang="en-US"/>
        </a:p>
      </dgm:t>
    </dgm:pt>
    <dgm:pt modelId="{C6FB05CF-0E3D-4501-A7AA-E6ADE78CAF7C}" type="sibTrans" cxnId="{42EC404E-2193-4B10-8696-10A0BD1A61B8}">
      <dgm:prSet/>
      <dgm:spPr/>
      <dgm:t>
        <a:bodyPr/>
        <a:lstStyle/>
        <a:p>
          <a:endParaRPr lang="en-US"/>
        </a:p>
      </dgm:t>
    </dgm:pt>
    <dgm:pt modelId="{EA3CB964-EC12-4DB5-8BDD-E88EBB394C55}">
      <dgm:prSet/>
      <dgm:spPr/>
      <dgm:t>
        <a:bodyPr/>
        <a:lstStyle/>
        <a:p>
          <a:r>
            <a:rPr lang="es-CL" b="1" i="0" baseline="0"/>
            <a:t>Middleware Pattern:</a:t>
          </a:r>
          <a:r>
            <a:rPr lang="es-CL" b="0" i="0" baseline="0"/>
            <a:t> </a:t>
          </a:r>
          <a:endParaRPr lang="en-US"/>
        </a:p>
      </dgm:t>
    </dgm:pt>
    <dgm:pt modelId="{C49EA97E-F5F7-46A0-9474-D183A80E4942}" type="parTrans" cxnId="{1200F0E5-E596-4D37-B30B-78E890496353}">
      <dgm:prSet/>
      <dgm:spPr/>
      <dgm:t>
        <a:bodyPr/>
        <a:lstStyle/>
        <a:p>
          <a:endParaRPr lang="en-US"/>
        </a:p>
      </dgm:t>
    </dgm:pt>
    <dgm:pt modelId="{097F851D-3FB3-4587-81AA-D5BBF882CAF6}" type="sibTrans" cxnId="{1200F0E5-E596-4D37-B30B-78E890496353}">
      <dgm:prSet/>
      <dgm:spPr/>
      <dgm:t>
        <a:bodyPr/>
        <a:lstStyle/>
        <a:p>
          <a:endParaRPr lang="en-US"/>
        </a:p>
      </dgm:t>
    </dgm:pt>
    <dgm:pt modelId="{538C5489-6D21-4097-A50D-43CC470B3A89}">
      <dgm:prSet/>
      <dgm:spPr/>
      <dgm:t>
        <a:bodyPr/>
        <a:lstStyle/>
        <a:p>
          <a:r>
            <a:rPr lang="es-CL" b="0" i="0" baseline="0"/>
            <a:t>Autenticación JWT y validación de datos centralizadas </a:t>
          </a:r>
          <a:endParaRPr lang="en-US"/>
        </a:p>
      </dgm:t>
    </dgm:pt>
    <dgm:pt modelId="{5C142F51-513F-45D4-880F-6AC1987F82CD}" type="parTrans" cxnId="{370A18E6-7CD3-4B2A-8736-713B86DB75EB}">
      <dgm:prSet/>
      <dgm:spPr/>
      <dgm:t>
        <a:bodyPr/>
        <a:lstStyle/>
        <a:p>
          <a:endParaRPr lang="en-US"/>
        </a:p>
      </dgm:t>
    </dgm:pt>
    <dgm:pt modelId="{3C52AC58-ED73-4557-BEFF-5A6A4EC6B85C}" type="sibTrans" cxnId="{370A18E6-7CD3-4B2A-8736-713B86DB75EB}">
      <dgm:prSet/>
      <dgm:spPr/>
      <dgm:t>
        <a:bodyPr/>
        <a:lstStyle/>
        <a:p>
          <a:endParaRPr lang="en-US"/>
        </a:p>
      </dgm:t>
    </dgm:pt>
    <dgm:pt modelId="{932DBAC0-5675-414B-93E1-47A287E0502B}">
      <dgm:prSet/>
      <dgm:spPr/>
      <dgm:t>
        <a:bodyPr/>
        <a:lstStyle/>
        <a:p>
          <a:r>
            <a:rPr lang="es-CL" b="0" i="0" baseline="0"/>
            <a:t>Sistema de logging y manejo de errores implementado </a:t>
          </a:r>
          <a:endParaRPr lang="en-US"/>
        </a:p>
      </dgm:t>
    </dgm:pt>
    <dgm:pt modelId="{EDCF7663-2A1F-4A77-9B46-FC422C1F355D}" type="parTrans" cxnId="{37CAEE5F-8CFE-49E2-86C8-D10CEBEB506C}">
      <dgm:prSet/>
      <dgm:spPr/>
      <dgm:t>
        <a:bodyPr/>
        <a:lstStyle/>
        <a:p>
          <a:endParaRPr lang="en-US"/>
        </a:p>
      </dgm:t>
    </dgm:pt>
    <dgm:pt modelId="{E4CD1FC8-23AC-45C7-AEBE-272169DF4B99}" type="sibTrans" cxnId="{37CAEE5F-8CFE-49E2-86C8-D10CEBEB506C}">
      <dgm:prSet/>
      <dgm:spPr/>
      <dgm:t>
        <a:bodyPr/>
        <a:lstStyle/>
        <a:p>
          <a:endParaRPr lang="en-US"/>
        </a:p>
      </dgm:t>
    </dgm:pt>
    <dgm:pt modelId="{CE9AF9B7-3510-469F-B43A-1CAD0A54D1AC}">
      <dgm:prSet/>
      <dgm:spPr/>
      <dgm:t>
        <a:bodyPr/>
        <a:lstStyle/>
        <a:p>
          <a:pPr>
            <a:defRPr b="1"/>
          </a:pPr>
          <a:r>
            <a:rPr lang="es-CL" b="1" i="0" baseline="0"/>
            <a:t>Patrones Pendientes de Implementación:</a:t>
          </a:r>
          <a:r>
            <a:rPr lang="es-CL" b="0" i="0" baseline="0"/>
            <a:t> </a:t>
          </a:r>
          <a:endParaRPr lang="en-US"/>
        </a:p>
      </dgm:t>
    </dgm:pt>
    <dgm:pt modelId="{0F4342E9-70A7-4F83-806B-C08C3784E3A9}" type="parTrans" cxnId="{0F002063-026B-46ED-B1D6-8E20CB8B158F}">
      <dgm:prSet/>
      <dgm:spPr/>
      <dgm:t>
        <a:bodyPr/>
        <a:lstStyle/>
        <a:p>
          <a:endParaRPr lang="en-US"/>
        </a:p>
      </dgm:t>
    </dgm:pt>
    <dgm:pt modelId="{1C08FD3C-43AE-4EC9-A261-A54856BE6066}" type="sibTrans" cxnId="{0F002063-026B-46ED-B1D6-8E20CB8B158F}">
      <dgm:prSet/>
      <dgm:spPr/>
      <dgm:t>
        <a:bodyPr/>
        <a:lstStyle/>
        <a:p>
          <a:endParaRPr lang="en-US"/>
        </a:p>
      </dgm:t>
    </dgm:pt>
    <dgm:pt modelId="{2D03EE05-FFD9-4286-A64F-A92CA6D6A049}">
      <dgm:prSet/>
      <dgm:spPr/>
      <dgm:t>
        <a:bodyPr/>
        <a:lstStyle/>
        <a:p>
          <a:r>
            <a:rPr lang="es-CL" b="1" i="0" baseline="0"/>
            <a:t>Service Layer Pattern:</a:t>
          </a:r>
          <a:r>
            <a:rPr lang="es-CL" b="0" i="0" baseline="0"/>
            <a:t> </a:t>
          </a:r>
          <a:endParaRPr lang="en-US"/>
        </a:p>
      </dgm:t>
    </dgm:pt>
    <dgm:pt modelId="{B5E0A543-CED1-4E61-9761-ED05B7FAE5CE}" type="parTrans" cxnId="{DB79F4D3-A66F-4FE9-A447-ABC0E1E773E8}">
      <dgm:prSet/>
      <dgm:spPr/>
      <dgm:t>
        <a:bodyPr/>
        <a:lstStyle/>
        <a:p>
          <a:endParaRPr lang="en-US"/>
        </a:p>
      </dgm:t>
    </dgm:pt>
    <dgm:pt modelId="{2291C86B-0BA4-4DAB-A690-EF336185D70E}" type="sibTrans" cxnId="{DB79F4D3-A66F-4FE9-A447-ABC0E1E773E8}">
      <dgm:prSet/>
      <dgm:spPr/>
      <dgm:t>
        <a:bodyPr/>
        <a:lstStyle/>
        <a:p>
          <a:endParaRPr lang="en-US"/>
        </a:p>
      </dgm:t>
    </dgm:pt>
    <dgm:pt modelId="{CEECE07A-324A-41C2-87F5-483DE10E645E}">
      <dgm:prSet/>
      <dgm:spPr/>
      <dgm:t>
        <a:bodyPr/>
        <a:lstStyle/>
        <a:p>
          <a:r>
            <a:rPr lang="es-CL" b="0" i="0" baseline="0"/>
            <a:t>Encapsulación de lógica de negocio compleja para reutilización entre controladores </a:t>
          </a:r>
          <a:endParaRPr lang="en-US"/>
        </a:p>
      </dgm:t>
    </dgm:pt>
    <dgm:pt modelId="{9272FCE1-C483-479E-8103-CDC318D084A8}" type="parTrans" cxnId="{FD908A71-5C7A-45A0-AC2D-D86DD2429E2A}">
      <dgm:prSet/>
      <dgm:spPr/>
      <dgm:t>
        <a:bodyPr/>
        <a:lstStyle/>
        <a:p>
          <a:endParaRPr lang="en-US"/>
        </a:p>
      </dgm:t>
    </dgm:pt>
    <dgm:pt modelId="{CE88C6DA-073E-4C71-BAC8-8A315D52C4BA}" type="sibTrans" cxnId="{FD908A71-5C7A-45A0-AC2D-D86DD2429E2A}">
      <dgm:prSet/>
      <dgm:spPr/>
      <dgm:t>
        <a:bodyPr/>
        <a:lstStyle/>
        <a:p>
          <a:endParaRPr lang="en-US"/>
        </a:p>
      </dgm:t>
    </dgm:pt>
    <dgm:pt modelId="{F224F324-D45B-42C2-870C-B9A0A2D6D396}">
      <dgm:prSet/>
      <dgm:spPr/>
      <dgm:t>
        <a:bodyPr/>
        <a:lstStyle/>
        <a:p>
          <a:r>
            <a:rPr lang="es-CL" b="1" i="0" baseline="0"/>
            <a:t>Observer Pattern:</a:t>
          </a:r>
          <a:r>
            <a:rPr lang="es-CL" b="0" i="0" baseline="0"/>
            <a:t> </a:t>
          </a:r>
          <a:endParaRPr lang="en-US"/>
        </a:p>
      </dgm:t>
    </dgm:pt>
    <dgm:pt modelId="{8B50794B-4E21-4F22-BD49-3F2DF8BF48BA}" type="parTrans" cxnId="{A0EEBB34-71EA-40F6-B79D-1973D3CFEA3A}">
      <dgm:prSet/>
      <dgm:spPr/>
      <dgm:t>
        <a:bodyPr/>
        <a:lstStyle/>
        <a:p>
          <a:endParaRPr lang="en-US"/>
        </a:p>
      </dgm:t>
    </dgm:pt>
    <dgm:pt modelId="{0F44C34D-57F0-4B40-A45C-F5E34098FEB3}" type="sibTrans" cxnId="{A0EEBB34-71EA-40F6-B79D-1973D3CFEA3A}">
      <dgm:prSet/>
      <dgm:spPr/>
      <dgm:t>
        <a:bodyPr/>
        <a:lstStyle/>
        <a:p>
          <a:endParaRPr lang="en-US"/>
        </a:p>
      </dgm:t>
    </dgm:pt>
    <dgm:pt modelId="{5567D63A-61A8-4657-8BCA-E9AC3CE3D241}">
      <dgm:prSet/>
      <dgm:spPr/>
      <dgm:t>
        <a:bodyPr/>
        <a:lstStyle/>
        <a:p>
          <a:r>
            <a:rPr lang="es-CL" b="0" i="0" baseline="0"/>
            <a:t>Sistema de notificaciones automáticas y alertas para administradores </a:t>
          </a:r>
          <a:endParaRPr lang="en-US"/>
        </a:p>
      </dgm:t>
    </dgm:pt>
    <dgm:pt modelId="{5B5C8484-3AE1-4904-B644-BF935F999D15}" type="parTrans" cxnId="{16B125BD-2BEF-49C1-A381-6211062B5AF7}">
      <dgm:prSet/>
      <dgm:spPr/>
      <dgm:t>
        <a:bodyPr/>
        <a:lstStyle/>
        <a:p>
          <a:endParaRPr lang="en-US"/>
        </a:p>
      </dgm:t>
    </dgm:pt>
    <dgm:pt modelId="{522BFD34-9A29-4EBC-9AE3-0F5B1902E13E}" type="sibTrans" cxnId="{16B125BD-2BEF-49C1-A381-6211062B5AF7}">
      <dgm:prSet/>
      <dgm:spPr/>
      <dgm:t>
        <a:bodyPr/>
        <a:lstStyle/>
        <a:p>
          <a:endParaRPr lang="en-US"/>
        </a:p>
      </dgm:t>
    </dgm:pt>
    <dgm:pt modelId="{1C114D22-7378-4B95-9042-61ED90553F3B}" type="pres">
      <dgm:prSet presAssocID="{643AFB45-BE54-4348-92F4-60C41FD67D58}" presName="linear" presStyleCnt="0">
        <dgm:presLayoutVars>
          <dgm:dir/>
          <dgm:animLvl val="lvl"/>
          <dgm:resizeHandles val="exact"/>
        </dgm:presLayoutVars>
      </dgm:prSet>
      <dgm:spPr/>
    </dgm:pt>
    <dgm:pt modelId="{D24F45DB-D4C3-4112-96F4-F30F5622522E}" type="pres">
      <dgm:prSet presAssocID="{6AAA70D3-CA02-451C-BDEC-81DA4AD59247}" presName="parentLin" presStyleCnt="0"/>
      <dgm:spPr/>
    </dgm:pt>
    <dgm:pt modelId="{A63C65D5-FEF5-4535-BF87-2662F717B0C0}" type="pres">
      <dgm:prSet presAssocID="{6AAA70D3-CA02-451C-BDEC-81DA4AD59247}" presName="parentLeftMargin" presStyleLbl="node1" presStyleIdx="0" presStyleCnt="2"/>
      <dgm:spPr/>
    </dgm:pt>
    <dgm:pt modelId="{9E2A54EE-A6F6-4B61-94F2-FD6EEC98A9DF}" type="pres">
      <dgm:prSet presAssocID="{6AAA70D3-CA02-451C-BDEC-81DA4AD592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E95F1FC-6098-4694-B6DC-0C8CB9A9784E}" type="pres">
      <dgm:prSet presAssocID="{6AAA70D3-CA02-451C-BDEC-81DA4AD59247}" presName="negativeSpace" presStyleCnt="0"/>
      <dgm:spPr/>
    </dgm:pt>
    <dgm:pt modelId="{924C7C2B-27D2-491E-B501-1CED3B888CC7}" type="pres">
      <dgm:prSet presAssocID="{6AAA70D3-CA02-451C-BDEC-81DA4AD59247}" presName="childText" presStyleLbl="conFgAcc1" presStyleIdx="0" presStyleCnt="2">
        <dgm:presLayoutVars>
          <dgm:bulletEnabled val="1"/>
        </dgm:presLayoutVars>
      </dgm:prSet>
      <dgm:spPr/>
    </dgm:pt>
    <dgm:pt modelId="{20FFD11A-759F-440F-84F0-E905C0FC643F}" type="pres">
      <dgm:prSet presAssocID="{AA2FB387-F4A9-4165-821D-60B18F990F86}" presName="spaceBetweenRectangles" presStyleCnt="0"/>
      <dgm:spPr/>
    </dgm:pt>
    <dgm:pt modelId="{7A700F95-A7F0-41D7-911B-6488FF8513D7}" type="pres">
      <dgm:prSet presAssocID="{CE9AF9B7-3510-469F-B43A-1CAD0A54D1AC}" presName="parentLin" presStyleCnt="0"/>
      <dgm:spPr/>
    </dgm:pt>
    <dgm:pt modelId="{267B364E-C32F-489F-AFAC-5B258AE2C712}" type="pres">
      <dgm:prSet presAssocID="{CE9AF9B7-3510-469F-B43A-1CAD0A54D1AC}" presName="parentLeftMargin" presStyleLbl="node1" presStyleIdx="0" presStyleCnt="2"/>
      <dgm:spPr/>
    </dgm:pt>
    <dgm:pt modelId="{0B04C65F-2947-4334-A698-0BFA7E3DCA65}" type="pres">
      <dgm:prSet presAssocID="{CE9AF9B7-3510-469F-B43A-1CAD0A54D1A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8AC392B-DFA3-4F56-BB41-A1795F05A8BE}" type="pres">
      <dgm:prSet presAssocID="{CE9AF9B7-3510-469F-B43A-1CAD0A54D1AC}" presName="negativeSpace" presStyleCnt="0"/>
      <dgm:spPr/>
    </dgm:pt>
    <dgm:pt modelId="{A00818D3-C732-47FE-A188-7CCD3F6D6332}" type="pres">
      <dgm:prSet presAssocID="{CE9AF9B7-3510-469F-B43A-1CAD0A54D1A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CBC1E00-2ECB-4671-A846-EFBA493784BB}" type="presOf" srcId="{4FE2D771-4C52-46F9-8A74-190AED9C25CA}" destId="{924C7C2B-27D2-491E-B501-1CED3B888CC7}" srcOrd="0" destOrd="5" presId="urn:microsoft.com/office/officeart/2005/8/layout/list1"/>
    <dgm:cxn modelId="{EF6C451A-37D7-453C-BEA9-1BFFCF69FC1D}" type="presOf" srcId="{CA5C83D3-E548-483B-9206-4F0D71308497}" destId="{924C7C2B-27D2-491E-B501-1CED3B888CC7}" srcOrd="0" destOrd="0" presId="urn:microsoft.com/office/officeart/2005/8/layout/list1"/>
    <dgm:cxn modelId="{B1039C21-1DCB-4B8C-8716-37DAD5AE5192}" type="presOf" srcId="{643AFB45-BE54-4348-92F4-60C41FD67D58}" destId="{1C114D22-7378-4B95-9042-61ED90553F3B}" srcOrd="0" destOrd="0" presId="urn:microsoft.com/office/officeart/2005/8/layout/list1"/>
    <dgm:cxn modelId="{494DA024-F400-4B2F-A3D8-85EBF2CEF323}" type="presOf" srcId="{6AAA70D3-CA02-451C-BDEC-81DA4AD59247}" destId="{A63C65D5-FEF5-4535-BF87-2662F717B0C0}" srcOrd="0" destOrd="0" presId="urn:microsoft.com/office/officeart/2005/8/layout/list1"/>
    <dgm:cxn modelId="{053BB528-8EC9-43D6-AF99-455B93A6D707}" srcId="{6AAA70D3-CA02-451C-BDEC-81DA4AD59247}" destId="{24FC725F-6ACB-44FC-9773-B5CEBC47C300}" srcOrd="1" destOrd="0" parTransId="{C1A4CE70-DAE2-4C17-A401-74651D514EDA}" sibTransId="{D5E2F199-CE73-4FD6-9125-2D24E1F0EFAB}"/>
    <dgm:cxn modelId="{1248852C-7592-476D-B6D3-4D213F3C3E48}" srcId="{6AAA70D3-CA02-451C-BDEC-81DA4AD59247}" destId="{CA5C83D3-E548-483B-9206-4F0D71308497}" srcOrd="0" destOrd="0" parTransId="{060423AC-1305-4CD2-8684-92BCD9ACD0B1}" sibTransId="{18C38E89-72F2-430E-8553-284462A4FCDE}"/>
    <dgm:cxn modelId="{A735422F-91FF-4950-9ACE-BF2E70095A0B}" srcId="{643AFB45-BE54-4348-92F4-60C41FD67D58}" destId="{6AAA70D3-CA02-451C-BDEC-81DA4AD59247}" srcOrd="0" destOrd="0" parTransId="{72E16A90-0167-4D20-859B-514A78B4776E}" sibTransId="{AA2FB387-F4A9-4165-821D-60B18F990F86}"/>
    <dgm:cxn modelId="{A0EEBB34-71EA-40F6-B79D-1973D3CFEA3A}" srcId="{CE9AF9B7-3510-469F-B43A-1CAD0A54D1AC}" destId="{F224F324-D45B-42C2-870C-B9A0A2D6D396}" srcOrd="1" destOrd="0" parTransId="{8B50794B-4E21-4F22-BD49-3F2DF8BF48BA}" sibTransId="{0F44C34D-57F0-4B40-A45C-F5E34098FEB3}"/>
    <dgm:cxn modelId="{40FDC737-E10E-4C42-921B-62F8D621C734}" type="presOf" srcId="{8B6D7C7F-EAAD-4A86-88AD-76177865A879}" destId="{924C7C2B-27D2-491E-B501-1CED3B888CC7}" srcOrd="0" destOrd="2" presId="urn:microsoft.com/office/officeart/2005/8/layout/list1"/>
    <dgm:cxn modelId="{0585E539-5AEA-42CB-B91F-259D4DED56AC}" srcId="{CA5C83D3-E548-483B-9206-4F0D71308497}" destId="{8B6D7C7F-EAAD-4A86-88AD-76177865A879}" srcOrd="1" destOrd="0" parTransId="{F0FC305A-6953-4CA4-ACF0-00D8F7CBFFD5}" sibTransId="{694D7D72-D430-47D5-B9CC-8D7FA037726B}"/>
    <dgm:cxn modelId="{5FEDD23D-1260-45EB-847F-D234BA0E25DA}" type="presOf" srcId="{F224F324-D45B-42C2-870C-B9A0A2D6D396}" destId="{A00818D3-C732-47FE-A188-7CCD3F6D6332}" srcOrd="0" destOrd="2" presId="urn:microsoft.com/office/officeart/2005/8/layout/list1"/>
    <dgm:cxn modelId="{7CC6053F-15E8-42C0-BEFA-62899A5E9F35}" type="presOf" srcId="{538C5489-6D21-4097-A50D-43CC470B3A89}" destId="{924C7C2B-27D2-491E-B501-1CED3B888CC7}" srcOrd="0" destOrd="7" presId="urn:microsoft.com/office/officeart/2005/8/layout/list1"/>
    <dgm:cxn modelId="{37CAEE5F-8CFE-49E2-86C8-D10CEBEB506C}" srcId="{EA3CB964-EC12-4DB5-8BDD-E88EBB394C55}" destId="{932DBAC0-5675-414B-93E1-47A287E0502B}" srcOrd="1" destOrd="0" parTransId="{EDCF7663-2A1F-4A77-9B46-FC422C1F355D}" sibTransId="{E4CD1FC8-23AC-45C7-AEBE-272169DF4B99}"/>
    <dgm:cxn modelId="{0F002063-026B-46ED-B1D6-8E20CB8B158F}" srcId="{643AFB45-BE54-4348-92F4-60C41FD67D58}" destId="{CE9AF9B7-3510-469F-B43A-1CAD0A54D1AC}" srcOrd="1" destOrd="0" parTransId="{0F4342E9-70A7-4F83-806B-C08C3784E3A9}" sibTransId="{1C08FD3C-43AE-4EC9-A261-A54856BE6066}"/>
    <dgm:cxn modelId="{D4FDAA64-F006-4EF1-BD12-CAA8883C1E77}" srcId="{24FC725F-6ACB-44FC-9773-B5CEBC47C300}" destId="{6936BC1C-1748-4656-AEA8-480637714FEF}" srcOrd="0" destOrd="0" parTransId="{4AA1F4FC-A37E-4F4A-9556-BCF3760B3AE4}" sibTransId="{063EF579-54B6-4611-A520-2BBB7912809A}"/>
    <dgm:cxn modelId="{42EC404E-2193-4B10-8696-10A0BD1A61B8}" srcId="{24FC725F-6ACB-44FC-9773-B5CEBC47C300}" destId="{4FE2D771-4C52-46F9-8A74-190AED9C25CA}" srcOrd="1" destOrd="0" parTransId="{9D8B8C91-587C-47F7-9363-BEC579F3135B}" sibTransId="{C6FB05CF-0E3D-4501-A7AA-E6ADE78CAF7C}"/>
    <dgm:cxn modelId="{0E911A4F-B77F-429D-AFD4-09AC1161D7AF}" srcId="{CA5C83D3-E548-483B-9206-4F0D71308497}" destId="{AFF9340D-0C95-4BE9-B54C-945E96CC9B2C}" srcOrd="0" destOrd="0" parTransId="{0F608825-B77A-40F6-AE94-10104AA8BE9F}" sibTransId="{26783603-AF07-484C-9AEB-8E19BA39D402}"/>
    <dgm:cxn modelId="{FD908A71-5C7A-45A0-AC2D-D86DD2429E2A}" srcId="{2D03EE05-FFD9-4286-A64F-A92CA6D6A049}" destId="{CEECE07A-324A-41C2-87F5-483DE10E645E}" srcOrd="0" destOrd="0" parTransId="{9272FCE1-C483-479E-8103-CDC318D084A8}" sibTransId="{CE88C6DA-073E-4C71-BAC8-8A315D52C4BA}"/>
    <dgm:cxn modelId="{537D5559-F96F-46B9-967A-F0756CB30A88}" type="presOf" srcId="{AFF9340D-0C95-4BE9-B54C-945E96CC9B2C}" destId="{924C7C2B-27D2-491E-B501-1CED3B888CC7}" srcOrd="0" destOrd="1" presId="urn:microsoft.com/office/officeart/2005/8/layout/list1"/>
    <dgm:cxn modelId="{27B25984-8179-42D7-A0B2-CFD468C91FD0}" type="presOf" srcId="{6AAA70D3-CA02-451C-BDEC-81DA4AD59247}" destId="{9E2A54EE-A6F6-4B61-94F2-FD6EEC98A9DF}" srcOrd="1" destOrd="0" presId="urn:microsoft.com/office/officeart/2005/8/layout/list1"/>
    <dgm:cxn modelId="{742B0288-F7C5-4A9C-AE2E-14E3A698CCDC}" type="presOf" srcId="{CEECE07A-324A-41C2-87F5-483DE10E645E}" destId="{A00818D3-C732-47FE-A188-7CCD3F6D6332}" srcOrd="0" destOrd="1" presId="urn:microsoft.com/office/officeart/2005/8/layout/list1"/>
    <dgm:cxn modelId="{799FC3A5-7507-4060-B0AD-FE102ABC74E5}" type="presOf" srcId="{24FC725F-6ACB-44FC-9773-B5CEBC47C300}" destId="{924C7C2B-27D2-491E-B501-1CED3B888CC7}" srcOrd="0" destOrd="3" presId="urn:microsoft.com/office/officeart/2005/8/layout/list1"/>
    <dgm:cxn modelId="{45806AA6-93EF-46A5-81AE-6AB6E7AAC472}" type="presOf" srcId="{CE9AF9B7-3510-469F-B43A-1CAD0A54D1AC}" destId="{0B04C65F-2947-4334-A698-0BFA7E3DCA65}" srcOrd="1" destOrd="0" presId="urn:microsoft.com/office/officeart/2005/8/layout/list1"/>
    <dgm:cxn modelId="{16B125BD-2BEF-49C1-A381-6211062B5AF7}" srcId="{F224F324-D45B-42C2-870C-B9A0A2D6D396}" destId="{5567D63A-61A8-4657-8BCA-E9AC3CE3D241}" srcOrd="0" destOrd="0" parTransId="{5B5C8484-3AE1-4904-B644-BF935F999D15}" sibTransId="{522BFD34-9A29-4EBC-9AE3-0F5B1902E13E}"/>
    <dgm:cxn modelId="{FC7967BE-47F7-44C5-AB50-F8E27F378E14}" type="presOf" srcId="{EA3CB964-EC12-4DB5-8BDD-E88EBB394C55}" destId="{924C7C2B-27D2-491E-B501-1CED3B888CC7}" srcOrd="0" destOrd="6" presId="urn:microsoft.com/office/officeart/2005/8/layout/list1"/>
    <dgm:cxn modelId="{86CCD3CA-4FCF-4977-8F2E-8B879A562B47}" type="presOf" srcId="{6936BC1C-1748-4656-AEA8-480637714FEF}" destId="{924C7C2B-27D2-491E-B501-1CED3B888CC7}" srcOrd="0" destOrd="4" presId="urn:microsoft.com/office/officeart/2005/8/layout/list1"/>
    <dgm:cxn modelId="{A08A8BD1-92E1-42C7-A0D1-9B786974EAD4}" type="presOf" srcId="{2D03EE05-FFD9-4286-A64F-A92CA6D6A049}" destId="{A00818D3-C732-47FE-A188-7CCD3F6D6332}" srcOrd="0" destOrd="0" presId="urn:microsoft.com/office/officeart/2005/8/layout/list1"/>
    <dgm:cxn modelId="{DB79F4D3-A66F-4FE9-A447-ABC0E1E773E8}" srcId="{CE9AF9B7-3510-469F-B43A-1CAD0A54D1AC}" destId="{2D03EE05-FFD9-4286-A64F-A92CA6D6A049}" srcOrd="0" destOrd="0" parTransId="{B5E0A543-CED1-4E61-9761-ED05B7FAE5CE}" sibTransId="{2291C86B-0BA4-4DAB-A690-EF336185D70E}"/>
    <dgm:cxn modelId="{ED9B4CDF-DC04-4190-875F-CBE7A5292B40}" type="presOf" srcId="{CE9AF9B7-3510-469F-B43A-1CAD0A54D1AC}" destId="{267B364E-C32F-489F-AFAC-5B258AE2C712}" srcOrd="0" destOrd="0" presId="urn:microsoft.com/office/officeart/2005/8/layout/list1"/>
    <dgm:cxn modelId="{1200F0E5-E596-4D37-B30B-78E890496353}" srcId="{6AAA70D3-CA02-451C-BDEC-81DA4AD59247}" destId="{EA3CB964-EC12-4DB5-8BDD-E88EBB394C55}" srcOrd="2" destOrd="0" parTransId="{C49EA97E-F5F7-46A0-9474-D183A80E4942}" sibTransId="{097F851D-3FB3-4587-81AA-D5BBF882CAF6}"/>
    <dgm:cxn modelId="{370A18E6-7CD3-4B2A-8736-713B86DB75EB}" srcId="{EA3CB964-EC12-4DB5-8BDD-E88EBB394C55}" destId="{538C5489-6D21-4097-A50D-43CC470B3A89}" srcOrd="0" destOrd="0" parTransId="{5C142F51-513F-45D4-880F-6AC1987F82CD}" sibTransId="{3C52AC58-ED73-4557-BEFF-5A6A4EC6B85C}"/>
    <dgm:cxn modelId="{069D79F0-6EF5-44C0-82A8-53CBC53AC664}" type="presOf" srcId="{5567D63A-61A8-4657-8BCA-E9AC3CE3D241}" destId="{A00818D3-C732-47FE-A188-7CCD3F6D6332}" srcOrd="0" destOrd="3" presId="urn:microsoft.com/office/officeart/2005/8/layout/list1"/>
    <dgm:cxn modelId="{FEB9A6F7-260A-4C7A-89F5-D1FCC893A7CF}" type="presOf" srcId="{932DBAC0-5675-414B-93E1-47A287E0502B}" destId="{924C7C2B-27D2-491E-B501-1CED3B888CC7}" srcOrd="0" destOrd="8" presId="urn:microsoft.com/office/officeart/2005/8/layout/list1"/>
    <dgm:cxn modelId="{487D155C-9046-4BE2-8430-D1B165B911BA}" type="presParOf" srcId="{1C114D22-7378-4B95-9042-61ED90553F3B}" destId="{D24F45DB-D4C3-4112-96F4-F30F5622522E}" srcOrd="0" destOrd="0" presId="urn:microsoft.com/office/officeart/2005/8/layout/list1"/>
    <dgm:cxn modelId="{99AC5876-8C67-4C9E-BB5B-691BCEF399C6}" type="presParOf" srcId="{D24F45DB-D4C3-4112-96F4-F30F5622522E}" destId="{A63C65D5-FEF5-4535-BF87-2662F717B0C0}" srcOrd="0" destOrd="0" presId="urn:microsoft.com/office/officeart/2005/8/layout/list1"/>
    <dgm:cxn modelId="{B8B81462-7649-4F14-970E-8DA72ABFFE2F}" type="presParOf" srcId="{D24F45DB-D4C3-4112-96F4-F30F5622522E}" destId="{9E2A54EE-A6F6-4B61-94F2-FD6EEC98A9DF}" srcOrd="1" destOrd="0" presId="urn:microsoft.com/office/officeart/2005/8/layout/list1"/>
    <dgm:cxn modelId="{435A0542-B3C1-484E-9BE9-CAE1C4B1387A}" type="presParOf" srcId="{1C114D22-7378-4B95-9042-61ED90553F3B}" destId="{6E95F1FC-6098-4694-B6DC-0C8CB9A9784E}" srcOrd="1" destOrd="0" presId="urn:microsoft.com/office/officeart/2005/8/layout/list1"/>
    <dgm:cxn modelId="{9149CA04-3A29-4D39-8589-C78BB44E5652}" type="presParOf" srcId="{1C114D22-7378-4B95-9042-61ED90553F3B}" destId="{924C7C2B-27D2-491E-B501-1CED3B888CC7}" srcOrd="2" destOrd="0" presId="urn:microsoft.com/office/officeart/2005/8/layout/list1"/>
    <dgm:cxn modelId="{8076E6AD-7785-4F8C-9158-510CCB636C05}" type="presParOf" srcId="{1C114D22-7378-4B95-9042-61ED90553F3B}" destId="{20FFD11A-759F-440F-84F0-E905C0FC643F}" srcOrd="3" destOrd="0" presId="urn:microsoft.com/office/officeart/2005/8/layout/list1"/>
    <dgm:cxn modelId="{B470110E-9474-4166-AC8F-530B5D199A7C}" type="presParOf" srcId="{1C114D22-7378-4B95-9042-61ED90553F3B}" destId="{7A700F95-A7F0-41D7-911B-6488FF8513D7}" srcOrd="4" destOrd="0" presId="urn:microsoft.com/office/officeart/2005/8/layout/list1"/>
    <dgm:cxn modelId="{044D7203-70BB-454D-BC89-2ECD240AE934}" type="presParOf" srcId="{7A700F95-A7F0-41D7-911B-6488FF8513D7}" destId="{267B364E-C32F-489F-AFAC-5B258AE2C712}" srcOrd="0" destOrd="0" presId="urn:microsoft.com/office/officeart/2005/8/layout/list1"/>
    <dgm:cxn modelId="{112EB5C6-5760-4702-9775-53C5585093CD}" type="presParOf" srcId="{7A700F95-A7F0-41D7-911B-6488FF8513D7}" destId="{0B04C65F-2947-4334-A698-0BFA7E3DCA65}" srcOrd="1" destOrd="0" presId="urn:microsoft.com/office/officeart/2005/8/layout/list1"/>
    <dgm:cxn modelId="{2837CA14-486D-416F-976B-C6B0EA436C68}" type="presParOf" srcId="{1C114D22-7378-4B95-9042-61ED90553F3B}" destId="{D8AC392B-DFA3-4F56-BB41-A1795F05A8BE}" srcOrd="5" destOrd="0" presId="urn:microsoft.com/office/officeart/2005/8/layout/list1"/>
    <dgm:cxn modelId="{66AE83CF-31D0-46E7-8F0C-69DABC8B21B7}" type="presParOf" srcId="{1C114D22-7378-4B95-9042-61ED90553F3B}" destId="{A00818D3-C732-47FE-A188-7CCD3F6D633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537E0B4-C001-4EE7-93BF-3787AA0685DE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10CF62E5-17EB-45DA-B1B5-9507D3115A0A}">
      <dgm:prSet/>
      <dgm:spPr/>
      <dgm:t>
        <a:bodyPr/>
        <a:lstStyle/>
        <a:p>
          <a:r>
            <a:rPr lang="es-ES"/>
            <a:t>Logros Alcanzados:</a:t>
          </a:r>
          <a:endParaRPr lang="en-US"/>
        </a:p>
      </dgm:t>
    </dgm:pt>
    <dgm:pt modelId="{327FB1C4-FCAD-422D-AE4E-CAD4A991B1AC}" type="parTrans" cxnId="{4316208B-F072-424B-9398-F89F8E42D0D5}">
      <dgm:prSet/>
      <dgm:spPr/>
      <dgm:t>
        <a:bodyPr/>
        <a:lstStyle/>
        <a:p>
          <a:endParaRPr lang="en-US"/>
        </a:p>
      </dgm:t>
    </dgm:pt>
    <dgm:pt modelId="{944843A6-8261-4152-8B8B-7EF6A25BCA2C}" type="sibTrans" cxnId="{4316208B-F072-424B-9398-F89F8E42D0D5}">
      <dgm:prSet/>
      <dgm:spPr/>
      <dgm:t>
        <a:bodyPr/>
        <a:lstStyle/>
        <a:p>
          <a:endParaRPr lang="en-US"/>
        </a:p>
      </dgm:t>
    </dgm:pt>
    <dgm:pt modelId="{30795D13-E373-45CD-8413-91414679279B}">
      <dgm:prSet/>
      <dgm:spPr/>
      <dgm:t>
        <a:bodyPr/>
        <a:lstStyle/>
        <a:p>
          <a:r>
            <a:rPr lang="es-ES" dirty="0"/>
            <a:t>Desarrollo exitoso de una plataforma web funcional especializada en fragancias</a:t>
          </a:r>
          <a:endParaRPr lang="en-US" dirty="0"/>
        </a:p>
      </dgm:t>
    </dgm:pt>
    <dgm:pt modelId="{181D61C2-E9E5-4DF1-8397-E39419DF05A3}" type="parTrans" cxnId="{ECDBEF59-663F-45C7-AE3A-0316C067334C}">
      <dgm:prSet/>
      <dgm:spPr/>
      <dgm:t>
        <a:bodyPr/>
        <a:lstStyle/>
        <a:p>
          <a:endParaRPr lang="en-US"/>
        </a:p>
      </dgm:t>
    </dgm:pt>
    <dgm:pt modelId="{C7156A4B-4DA8-4CBF-8EE3-241CB4CD35A3}" type="sibTrans" cxnId="{ECDBEF59-663F-45C7-AE3A-0316C067334C}">
      <dgm:prSet/>
      <dgm:spPr/>
      <dgm:t>
        <a:bodyPr/>
        <a:lstStyle/>
        <a:p>
          <a:endParaRPr lang="en-US"/>
        </a:p>
      </dgm:t>
    </dgm:pt>
    <dgm:pt modelId="{BDD44D03-EB48-480A-893F-34D60A276521}">
      <dgm:prSet/>
      <dgm:spPr/>
      <dgm:t>
        <a:bodyPr/>
        <a:lstStyle/>
        <a:p>
          <a:r>
            <a:rPr lang="es-ES"/>
            <a:t>Implementación de arquitectura escalable y mantenible</a:t>
          </a:r>
          <a:endParaRPr lang="en-US"/>
        </a:p>
      </dgm:t>
    </dgm:pt>
    <dgm:pt modelId="{0DBBADBC-95A1-459E-A242-98D3308D5003}" type="parTrans" cxnId="{1C7FECDF-593F-4A52-948E-F893AFB5E4BC}">
      <dgm:prSet/>
      <dgm:spPr/>
      <dgm:t>
        <a:bodyPr/>
        <a:lstStyle/>
        <a:p>
          <a:endParaRPr lang="en-US"/>
        </a:p>
      </dgm:t>
    </dgm:pt>
    <dgm:pt modelId="{D76E2086-3B3B-4A93-9782-E7AA9F05EAE4}" type="sibTrans" cxnId="{1C7FECDF-593F-4A52-948E-F893AFB5E4BC}">
      <dgm:prSet/>
      <dgm:spPr/>
      <dgm:t>
        <a:bodyPr/>
        <a:lstStyle/>
        <a:p>
          <a:endParaRPr lang="en-US"/>
        </a:p>
      </dgm:t>
    </dgm:pt>
    <dgm:pt modelId="{40FC46A8-D5CD-4064-A0BA-CC87BB8F3C82}">
      <dgm:prSet/>
      <dgm:spPr/>
      <dgm:t>
        <a:bodyPr/>
        <a:lstStyle/>
        <a:p>
          <a:r>
            <a:rPr lang="es-ES"/>
            <a:t>Sistema de autenticación robusto con roles granulares</a:t>
          </a:r>
          <a:endParaRPr lang="en-US"/>
        </a:p>
      </dgm:t>
    </dgm:pt>
    <dgm:pt modelId="{257AFBF6-3614-4104-9D3C-96BC3F5768A1}" type="parTrans" cxnId="{D455969C-15FE-4210-A7C8-C8C60F4C6D11}">
      <dgm:prSet/>
      <dgm:spPr/>
      <dgm:t>
        <a:bodyPr/>
        <a:lstStyle/>
        <a:p>
          <a:endParaRPr lang="en-US"/>
        </a:p>
      </dgm:t>
    </dgm:pt>
    <dgm:pt modelId="{B491ABE9-460A-4EA4-9974-238FEF86385F}" type="sibTrans" cxnId="{D455969C-15FE-4210-A7C8-C8C60F4C6D11}">
      <dgm:prSet/>
      <dgm:spPr/>
      <dgm:t>
        <a:bodyPr/>
        <a:lstStyle/>
        <a:p>
          <a:endParaRPr lang="en-US"/>
        </a:p>
      </dgm:t>
    </dgm:pt>
    <dgm:pt modelId="{B766E316-BE3B-456E-9F8D-65D6651ABB6E}">
      <dgm:prSet/>
      <dgm:spPr/>
      <dgm:t>
        <a:bodyPr/>
        <a:lstStyle/>
        <a:p>
          <a:r>
            <a:rPr lang="es-ES"/>
            <a:t>Base sólida para futuras expansiones comerciales</a:t>
          </a:r>
          <a:endParaRPr lang="en-US"/>
        </a:p>
      </dgm:t>
    </dgm:pt>
    <dgm:pt modelId="{A2FE471F-772C-4E88-94B7-1B6221188599}" type="parTrans" cxnId="{6D9E82DF-24CC-4FFF-9095-9DFDC0EDD4C9}">
      <dgm:prSet/>
      <dgm:spPr/>
      <dgm:t>
        <a:bodyPr/>
        <a:lstStyle/>
        <a:p>
          <a:endParaRPr lang="en-US"/>
        </a:p>
      </dgm:t>
    </dgm:pt>
    <dgm:pt modelId="{C99CBAA1-1035-4000-9E67-B4A2DC068BDB}" type="sibTrans" cxnId="{6D9E82DF-24CC-4FFF-9095-9DFDC0EDD4C9}">
      <dgm:prSet/>
      <dgm:spPr/>
      <dgm:t>
        <a:bodyPr/>
        <a:lstStyle/>
        <a:p>
          <a:endParaRPr lang="en-US"/>
        </a:p>
      </dgm:t>
    </dgm:pt>
    <dgm:pt modelId="{F68ACDFA-4DC6-4F54-A441-713A99F87973}">
      <dgm:prSet/>
      <dgm:spPr/>
      <dgm:t>
        <a:bodyPr/>
        <a:lstStyle/>
        <a:p>
          <a:r>
            <a:rPr lang="es-ES" dirty="0"/>
            <a:t>Lecciones Aprendidas:</a:t>
          </a:r>
          <a:endParaRPr lang="en-US" dirty="0"/>
        </a:p>
      </dgm:t>
    </dgm:pt>
    <dgm:pt modelId="{29359D9F-5221-4DEA-AF62-844F861064D5}" type="parTrans" cxnId="{983204D8-0943-455E-A9E1-FBF8A3994990}">
      <dgm:prSet/>
      <dgm:spPr/>
      <dgm:t>
        <a:bodyPr/>
        <a:lstStyle/>
        <a:p>
          <a:endParaRPr lang="en-US"/>
        </a:p>
      </dgm:t>
    </dgm:pt>
    <dgm:pt modelId="{42307E43-DD57-4E2F-AB71-23BD95E66E3F}" type="sibTrans" cxnId="{983204D8-0943-455E-A9E1-FBF8A3994990}">
      <dgm:prSet/>
      <dgm:spPr/>
      <dgm:t>
        <a:bodyPr/>
        <a:lstStyle/>
        <a:p>
          <a:endParaRPr lang="en-US"/>
        </a:p>
      </dgm:t>
    </dgm:pt>
    <dgm:pt modelId="{72B37D61-2318-4680-AA57-CA32823A88A3}">
      <dgm:prSet/>
      <dgm:spPr/>
      <dgm:t>
        <a:bodyPr/>
        <a:lstStyle/>
        <a:p>
          <a:r>
            <a:rPr lang="es-ES"/>
            <a:t>La metodología Scrum facilita el desarrollo iterativo y la adaptación a cambios</a:t>
          </a:r>
          <a:endParaRPr lang="en-US"/>
        </a:p>
      </dgm:t>
    </dgm:pt>
    <dgm:pt modelId="{C42A368C-5271-467A-89EA-992D5CD135C7}" type="parTrans" cxnId="{61EB6C79-9BFF-4A5C-BA6D-06584A669762}">
      <dgm:prSet/>
      <dgm:spPr/>
      <dgm:t>
        <a:bodyPr/>
        <a:lstStyle/>
        <a:p>
          <a:endParaRPr lang="en-US"/>
        </a:p>
      </dgm:t>
    </dgm:pt>
    <dgm:pt modelId="{AD845B0F-0E37-4135-B251-3D4BF74DE3E9}" type="sibTrans" cxnId="{61EB6C79-9BFF-4A5C-BA6D-06584A669762}">
      <dgm:prSet/>
      <dgm:spPr/>
      <dgm:t>
        <a:bodyPr/>
        <a:lstStyle/>
        <a:p>
          <a:endParaRPr lang="en-US"/>
        </a:p>
      </dgm:t>
    </dgm:pt>
    <dgm:pt modelId="{1B0B7644-5123-45C8-8988-07B253F54FAC}">
      <dgm:prSet/>
      <dgm:spPr/>
      <dgm:t>
        <a:bodyPr/>
        <a:lstStyle/>
        <a:p>
          <a:r>
            <a:rPr lang="es-ES"/>
            <a:t>La separación en capas mejora significativamente la mantenibilidad del código</a:t>
          </a:r>
          <a:endParaRPr lang="en-US"/>
        </a:p>
      </dgm:t>
    </dgm:pt>
    <dgm:pt modelId="{C3BE962E-EBC6-4E47-B1A0-28C8554F3111}" type="parTrans" cxnId="{506A698E-B763-4049-8DEE-FA74541D3FFC}">
      <dgm:prSet/>
      <dgm:spPr/>
      <dgm:t>
        <a:bodyPr/>
        <a:lstStyle/>
        <a:p>
          <a:endParaRPr lang="en-US"/>
        </a:p>
      </dgm:t>
    </dgm:pt>
    <dgm:pt modelId="{F254BB4E-C35B-49EE-B03D-51ABF644AE04}" type="sibTrans" cxnId="{506A698E-B763-4049-8DEE-FA74541D3FFC}">
      <dgm:prSet/>
      <dgm:spPr/>
      <dgm:t>
        <a:bodyPr/>
        <a:lstStyle/>
        <a:p>
          <a:endParaRPr lang="en-US"/>
        </a:p>
      </dgm:t>
    </dgm:pt>
    <dgm:pt modelId="{6F1A367F-9493-476F-97C2-BC37C5594CFE}">
      <dgm:prSet/>
      <dgm:spPr/>
      <dgm:t>
        <a:bodyPr/>
        <a:lstStyle/>
        <a:p>
          <a:r>
            <a:rPr lang="es-ES"/>
            <a:t>La planificación detallada de la base de datos es crucial para el rendimiento</a:t>
          </a:r>
          <a:endParaRPr lang="en-US"/>
        </a:p>
      </dgm:t>
    </dgm:pt>
    <dgm:pt modelId="{6A957D0A-F3FE-4127-995F-2507178D6DFF}" type="parTrans" cxnId="{42510855-6BF9-4E39-91BC-5B67FDBD17EC}">
      <dgm:prSet/>
      <dgm:spPr/>
      <dgm:t>
        <a:bodyPr/>
        <a:lstStyle/>
        <a:p>
          <a:endParaRPr lang="en-US"/>
        </a:p>
      </dgm:t>
    </dgm:pt>
    <dgm:pt modelId="{2296FCCF-468C-4A84-90F8-DC1AFC5E9AA3}" type="sibTrans" cxnId="{42510855-6BF9-4E39-91BC-5B67FDBD17EC}">
      <dgm:prSet/>
      <dgm:spPr/>
      <dgm:t>
        <a:bodyPr/>
        <a:lstStyle/>
        <a:p>
          <a:endParaRPr lang="en-US"/>
        </a:p>
      </dgm:t>
    </dgm:pt>
    <dgm:pt modelId="{1FFE3A06-A048-459C-846C-43EA42B72A45}">
      <dgm:prSet/>
      <dgm:spPr/>
      <dgm:t>
        <a:bodyPr/>
        <a:lstStyle/>
        <a:p>
          <a:r>
            <a:rPr lang="es-ES"/>
            <a:t>Las pruebas continuas reducen los errores en producción</a:t>
          </a:r>
          <a:endParaRPr lang="en-US"/>
        </a:p>
      </dgm:t>
    </dgm:pt>
    <dgm:pt modelId="{5A60283C-21B2-413E-A0B0-FAA266C0A28E}" type="parTrans" cxnId="{E2F8A453-6195-457D-8F6C-157B7E94BD13}">
      <dgm:prSet/>
      <dgm:spPr/>
      <dgm:t>
        <a:bodyPr/>
        <a:lstStyle/>
        <a:p>
          <a:endParaRPr lang="en-US"/>
        </a:p>
      </dgm:t>
    </dgm:pt>
    <dgm:pt modelId="{C6B984B8-95F3-4BEF-859F-2FDC611A50BE}" type="sibTrans" cxnId="{E2F8A453-6195-457D-8F6C-157B7E94BD13}">
      <dgm:prSet/>
      <dgm:spPr/>
      <dgm:t>
        <a:bodyPr/>
        <a:lstStyle/>
        <a:p>
          <a:endParaRPr lang="en-US"/>
        </a:p>
      </dgm:t>
    </dgm:pt>
    <dgm:pt modelId="{0CB0962B-FB97-4989-B6F1-E79F5304E4B9}">
      <dgm:prSet/>
      <dgm:spPr/>
      <dgm:t>
        <a:bodyPr/>
        <a:lstStyle/>
        <a:p>
          <a:r>
            <a:rPr lang="es-ES"/>
            <a:t>Próximos pasos:</a:t>
          </a:r>
          <a:endParaRPr lang="en-US"/>
        </a:p>
      </dgm:t>
    </dgm:pt>
    <dgm:pt modelId="{9B24C5B6-82B5-48CD-ACF6-DBA108CBB0CD}" type="parTrans" cxnId="{B50C1834-63FE-4859-944D-CE389A7B89F5}">
      <dgm:prSet/>
      <dgm:spPr/>
      <dgm:t>
        <a:bodyPr/>
        <a:lstStyle/>
        <a:p>
          <a:endParaRPr lang="en-US"/>
        </a:p>
      </dgm:t>
    </dgm:pt>
    <dgm:pt modelId="{6CDF6CF5-5906-46B2-BEDA-F0398D1B3902}" type="sibTrans" cxnId="{B50C1834-63FE-4859-944D-CE389A7B89F5}">
      <dgm:prSet/>
      <dgm:spPr/>
      <dgm:t>
        <a:bodyPr/>
        <a:lstStyle/>
        <a:p>
          <a:endParaRPr lang="en-US"/>
        </a:p>
      </dgm:t>
    </dgm:pt>
    <dgm:pt modelId="{A29D1209-919B-4E82-94F7-0C69C71EEB27}">
      <dgm:prSet/>
      <dgm:spPr/>
      <dgm:t>
        <a:bodyPr/>
        <a:lstStyle/>
        <a:p>
          <a:r>
            <a:rPr lang="es-ES"/>
            <a:t>Implementar sistema de métricas y analytics básicos para administradores</a:t>
          </a:r>
          <a:endParaRPr lang="en-US"/>
        </a:p>
      </dgm:t>
    </dgm:pt>
    <dgm:pt modelId="{C4CFC4C8-CE76-4B45-9917-6FA0299CB364}" type="parTrans" cxnId="{B2B2BCCB-2658-48CE-8AD0-1CA81FFC8B44}">
      <dgm:prSet/>
      <dgm:spPr/>
      <dgm:t>
        <a:bodyPr/>
        <a:lstStyle/>
        <a:p>
          <a:endParaRPr lang="en-US"/>
        </a:p>
      </dgm:t>
    </dgm:pt>
    <dgm:pt modelId="{4188C1AB-1A61-4000-8631-D3FB4761B123}" type="sibTrans" cxnId="{B2B2BCCB-2658-48CE-8AD0-1CA81FFC8B44}">
      <dgm:prSet/>
      <dgm:spPr/>
      <dgm:t>
        <a:bodyPr/>
        <a:lstStyle/>
        <a:p>
          <a:endParaRPr lang="en-US"/>
        </a:p>
      </dgm:t>
    </dgm:pt>
    <dgm:pt modelId="{046377EF-EE43-4B1A-A3A2-2596EAE77BEA}">
      <dgm:prSet/>
      <dgm:spPr/>
      <dgm:t>
        <a:bodyPr/>
        <a:lstStyle/>
        <a:p>
          <a:r>
            <a:rPr lang="es-ES" dirty="0"/>
            <a:t>Optimizar la experiencia de usuario en dispositivos móviles</a:t>
          </a:r>
          <a:endParaRPr lang="en-US" dirty="0"/>
        </a:p>
      </dgm:t>
    </dgm:pt>
    <dgm:pt modelId="{DB778E93-A42B-43B9-B611-9ADCA704AA48}" type="parTrans" cxnId="{CFD8F187-01E5-495F-A691-245CB25A17B4}">
      <dgm:prSet/>
      <dgm:spPr/>
      <dgm:t>
        <a:bodyPr/>
        <a:lstStyle/>
        <a:p>
          <a:endParaRPr lang="en-US"/>
        </a:p>
      </dgm:t>
    </dgm:pt>
    <dgm:pt modelId="{0CDCD946-ED5C-40F6-B88F-94BB9ACB92BE}" type="sibTrans" cxnId="{CFD8F187-01E5-495F-A691-245CB25A17B4}">
      <dgm:prSet/>
      <dgm:spPr/>
      <dgm:t>
        <a:bodyPr/>
        <a:lstStyle/>
        <a:p>
          <a:endParaRPr lang="en-US"/>
        </a:p>
      </dgm:t>
    </dgm:pt>
    <dgm:pt modelId="{BFFC59ED-C2EF-4C7F-8234-3AA0F9B99136}">
      <dgm:prSet/>
      <dgm:spPr/>
      <dgm:t>
        <a:bodyPr/>
        <a:lstStyle/>
        <a:p>
          <a:r>
            <a:rPr lang="es-ES" dirty="0"/>
            <a:t>Completar optimizaciones SEO para mejor posicionamiento web</a:t>
          </a:r>
          <a:endParaRPr lang="en-US" dirty="0"/>
        </a:p>
      </dgm:t>
    </dgm:pt>
    <dgm:pt modelId="{6A82DA03-217E-43C2-974D-0BBB4E1F10F7}" type="parTrans" cxnId="{4D64A687-C852-4610-92E4-DC928A234A74}">
      <dgm:prSet/>
      <dgm:spPr/>
      <dgm:t>
        <a:bodyPr/>
        <a:lstStyle/>
        <a:p>
          <a:endParaRPr lang="en-US"/>
        </a:p>
      </dgm:t>
    </dgm:pt>
    <dgm:pt modelId="{F71BF4CF-C4DB-4A73-880A-5F415301B5E5}" type="sibTrans" cxnId="{4D64A687-C852-4610-92E4-DC928A234A74}">
      <dgm:prSet/>
      <dgm:spPr/>
      <dgm:t>
        <a:bodyPr/>
        <a:lstStyle/>
        <a:p>
          <a:endParaRPr lang="en-US"/>
        </a:p>
      </dgm:t>
    </dgm:pt>
    <dgm:pt modelId="{1148D580-C7F8-41EE-91B9-FBC7568F296E}" type="pres">
      <dgm:prSet presAssocID="{7537E0B4-C001-4EE7-93BF-3787AA0685DE}" presName="linear" presStyleCnt="0">
        <dgm:presLayoutVars>
          <dgm:animLvl val="lvl"/>
          <dgm:resizeHandles val="exact"/>
        </dgm:presLayoutVars>
      </dgm:prSet>
      <dgm:spPr/>
    </dgm:pt>
    <dgm:pt modelId="{A6D1CD8E-997F-476A-AA94-ACC34DD63CC3}" type="pres">
      <dgm:prSet presAssocID="{10CF62E5-17EB-45DA-B1B5-9507D3115A0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58A8EA-EB77-4DF9-8821-AB66ED3EA2C2}" type="pres">
      <dgm:prSet presAssocID="{10CF62E5-17EB-45DA-B1B5-9507D3115A0A}" presName="childText" presStyleLbl="revTx" presStyleIdx="0" presStyleCnt="3">
        <dgm:presLayoutVars>
          <dgm:bulletEnabled val="1"/>
        </dgm:presLayoutVars>
      </dgm:prSet>
      <dgm:spPr/>
    </dgm:pt>
    <dgm:pt modelId="{E3858083-E067-4972-AB5A-A89CB07A8204}" type="pres">
      <dgm:prSet presAssocID="{F68ACDFA-4DC6-4F54-A441-713A99F8797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416D4E-481B-49DC-9C4F-E0A654612515}" type="pres">
      <dgm:prSet presAssocID="{F68ACDFA-4DC6-4F54-A441-713A99F87973}" presName="childText" presStyleLbl="revTx" presStyleIdx="1" presStyleCnt="3">
        <dgm:presLayoutVars>
          <dgm:bulletEnabled val="1"/>
        </dgm:presLayoutVars>
      </dgm:prSet>
      <dgm:spPr/>
    </dgm:pt>
    <dgm:pt modelId="{27660117-8ECD-4363-8B22-1D34A4216B48}" type="pres">
      <dgm:prSet presAssocID="{0CB0962B-FB97-4989-B6F1-E79F5304E4B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A4F1F21-84B5-4CAF-B730-2A71B377D5BA}" type="pres">
      <dgm:prSet presAssocID="{0CB0962B-FB97-4989-B6F1-E79F5304E4B9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2658B1B-5978-4694-BA86-0D525A2B4E37}" type="presOf" srcId="{6F1A367F-9493-476F-97C2-BC37C5594CFE}" destId="{F5416D4E-481B-49DC-9C4F-E0A654612515}" srcOrd="0" destOrd="2" presId="urn:microsoft.com/office/officeart/2005/8/layout/vList2"/>
    <dgm:cxn modelId="{5DB31D25-DA4A-4788-8621-69E0298CBDFF}" type="presOf" srcId="{BFFC59ED-C2EF-4C7F-8234-3AA0F9B99136}" destId="{7A4F1F21-84B5-4CAF-B730-2A71B377D5BA}" srcOrd="0" destOrd="2" presId="urn:microsoft.com/office/officeart/2005/8/layout/vList2"/>
    <dgm:cxn modelId="{7A627629-A50A-4236-974C-C8E91B044D7B}" type="presOf" srcId="{7537E0B4-C001-4EE7-93BF-3787AA0685DE}" destId="{1148D580-C7F8-41EE-91B9-FBC7568F296E}" srcOrd="0" destOrd="0" presId="urn:microsoft.com/office/officeart/2005/8/layout/vList2"/>
    <dgm:cxn modelId="{2F67382D-1241-49EF-BCE3-F0B67EAB078C}" type="presOf" srcId="{30795D13-E373-45CD-8413-91414679279B}" destId="{D058A8EA-EB77-4DF9-8821-AB66ED3EA2C2}" srcOrd="0" destOrd="0" presId="urn:microsoft.com/office/officeart/2005/8/layout/vList2"/>
    <dgm:cxn modelId="{1C2C1E30-3E73-40F6-95BC-32D252240EB4}" type="presOf" srcId="{F68ACDFA-4DC6-4F54-A441-713A99F87973}" destId="{E3858083-E067-4972-AB5A-A89CB07A8204}" srcOrd="0" destOrd="0" presId="urn:microsoft.com/office/officeart/2005/8/layout/vList2"/>
    <dgm:cxn modelId="{B50C1834-63FE-4859-944D-CE389A7B89F5}" srcId="{7537E0B4-C001-4EE7-93BF-3787AA0685DE}" destId="{0CB0962B-FB97-4989-B6F1-E79F5304E4B9}" srcOrd="2" destOrd="0" parTransId="{9B24C5B6-82B5-48CD-ACF6-DBA108CBB0CD}" sibTransId="{6CDF6CF5-5906-46B2-BEDA-F0398D1B3902}"/>
    <dgm:cxn modelId="{571D5836-64DC-4D99-8DB7-944D98775333}" type="presOf" srcId="{0CB0962B-FB97-4989-B6F1-E79F5304E4B9}" destId="{27660117-8ECD-4363-8B22-1D34A4216B48}" srcOrd="0" destOrd="0" presId="urn:microsoft.com/office/officeart/2005/8/layout/vList2"/>
    <dgm:cxn modelId="{8E3B0C45-B029-47FF-9357-D26A7D04DA22}" type="presOf" srcId="{10CF62E5-17EB-45DA-B1B5-9507D3115A0A}" destId="{A6D1CD8E-997F-476A-AA94-ACC34DD63CC3}" srcOrd="0" destOrd="0" presId="urn:microsoft.com/office/officeart/2005/8/layout/vList2"/>
    <dgm:cxn modelId="{0AB39365-FC9E-49BA-A274-F354DDCB036C}" type="presOf" srcId="{A29D1209-919B-4E82-94F7-0C69C71EEB27}" destId="{7A4F1F21-84B5-4CAF-B730-2A71B377D5BA}" srcOrd="0" destOrd="0" presId="urn:microsoft.com/office/officeart/2005/8/layout/vList2"/>
    <dgm:cxn modelId="{8F63864D-DE7A-491A-9450-1B5750DC7EEE}" type="presOf" srcId="{72B37D61-2318-4680-AA57-CA32823A88A3}" destId="{F5416D4E-481B-49DC-9C4F-E0A654612515}" srcOrd="0" destOrd="0" presId="urn:microsoft.com/office/officeart/2005/8/layout/vList2"/>
    <dgm:cxn modelId="{E2F8A453-6195-457D-8F6C-157B7E94BD13}" srcId="{F68ACDFA-4DC6-4F54-A441-713A99F87973}" destId="{1FFE3A06-A048-459C-846C-43EA42B72A45}" srcOrd="3" destOrd="0" parTransId="{5A60283C-21B2-413E-A0B0-FAA266C0A28E}" sibTransId="{C6B984B8-95F3-4BEF-859F-2FDC611A50BE}"/>
    <dgm:cxn modelId="{42510855-6BF9-4E39-91BC-5B67FDBD17EC}" srcId="{F68ACDFA-4DC6-4F54-A441-713A99F87973}" destId="{6F1A367F-9493-476F-97C2-BC37C5594CFE}" srcOrd="2" destOrd="0" parTransId="{6A957D0A-F3FE-4127-995F-2507178D6DFF}" sibTransId="{2296FCCF-468C-4A84-90F8-DC1AFC5E9AA3}"/>
    <dgm:cxn modelId="{61EB6C79-9BFF-4A5C-BA6D-06584A669762}" srcId="{F68ACDFA-4DC6-4F54-A441-713A99F87973}" destId="{72B37D61-2318-4680-AA57-CA32823A88A3}" srcOrd="0" destOrd="0" parTransId="{C42A368C-5271-467A-89EA-992D5CD135C7}" sibTransId="{AD845B0F-0E37-4135-B251-3D4BF74DE3E9}"/>
    <dgm:cxn modelId="{ECDBEF59-663F-45C7-AE3A-0316C067334C}" srcId="{10CF62E5-17EB-45DA-B1B5-9507D3115A0A}" destId="{30795D13-E373-45CD-8413-91414679279B}" srcOrd="0" destOrd="0" parTransId="{181D61C2-E9E5-4DF1-8397-E39419DF05A3}" sibTransId="{C7156A4B-4DA8-4CBF-8EE3-241CB4CD35A3}"/>
    <dgm:cxn modelId="{AE3CD27A-984E-4EB5-B0F6-63383F43B06B}" type="presOf" srcId="{1FFE3A06-A048-459C-846C-43EA42B72A45}" destId="{F5416D4E-481B-49DC-9C4F-E0A654612515}" srcOrd="0" destOrd="3" presId="urn:microsoft.com/office/officeart/2005/8/layout/vList2"/>
    <dgm:cxn modelId="{4D64A687-C852-4610-92E4-DC928A234A74}" srcId="{0CB0962B-FB97-4989-B6F1-E79F5304E4B9}" destId="{BFFC59ED-C2EF-4C7F-8234-3AA0F9B99136}" srcOrd="2" destOrd="0" parTransId="{6A82DA03-217E-43C2-974D-0BBB4E1F10F7}" sibTransId="{F71BF4CF-C4DB-4A73-880A-5F415301B5E5}"/>
    <dgm:cxn modelId="{CFD8F187-01E5-495F-A691-245CB25A17B4}" srcId="{0CB0962B-FB97-4989-B6F1-E79F5304E4B9}" destId="{046377EF-EE43-4B1A-A3A2-2596EAE77BEA}" srcOrd="1" destOrd="0" parTransId="{DB778E93-A42B-43B9-B611-9ADCA704AA48}" sibTransId="{0CDCD946-ED5C-40F6-B88F-94BB9ACB92BE}"/>
    <dgm:cxn modelId="{4316208B-F072-424B-9398-F89F8E42D0D5}" srcId="{7537E0B4-C001-4EE7-93BF-3787AA0685DE}" destId="{10CF62E5-17EB-45DA-B1B5-9507D3115A0A}" srcOrd="0" destOrd="0" parTransId="{327FB1C4-FCAD-422D-AE4E-CAD4A991B1AC}" sibTransId="{944843A6-8261-4152-8B8B-7EF6A25BCA2C}"/>
    <dgm:cxn modelId="{506A698E-B763-4049-8DEE-FA74541D3FFC}" srcId="{F68ACDFA-4DC6-4F54-A441-713A99F87973}" destId="{1B0B7644-5123-45C8-8988-07B253F54FAC}" srcOrd="1" destOrd="0" parTransId="{C3BE962E-EBC6-4E47-B1A0-28C8554F3111}" sibTransId="{F254BB4E-C35B-49EE-B03D-51ABF644AE04}"/>
    <dgm:cxn modelId="{CF8CCB91-B51E-4697-AA14-E9EB95EA09F1}" type="presOf" srcId="{B766E316-BE3B-456E-9F8D-65D6651ABB6E}" destId="{D058A8EA-EB77-4DF9-8821-AB66ED3EA2C2}" srcOrd="0" destOrd="3" presId="urn:microsoft.com/office/officeart/2005/8/layout/vList2"/>
    <dgm:cxn modelId="{4E801E99-F2A6-4041-B35F-4530742CA74F}" type="presOf" srcId="{40FC46A8-D5CD-4064-A0BA-CC87BB8F3C82}" destId="{D058A8EA-EB77-4DF9-8821-AB66ED3EA2C2}" srcOrd="0" destOrd="2" presId="urn:microsoft.com/office/officeart/2005/8/layout/vList2"/>
    <dgm:cxn modelId="{D455969C-15FE-4210-A7C8-C8C60F4C6D11}" srcId="{10CF62E5-17EB-45DA-B1B5-9507D3115A0A}" destId="{40FC46A8-D5CD-4064-A0BA-CC87BB8F3C82}" srcOrd="2" destOrd="0" parTransId="{257AFBF6-3614-4104-9D3C-96BC3F5768A1}" sibTransId="{B491ABE9-460A-4EA4-9974-238FEF86385F}"/>
    <dgm:cxn modelId="{077A3CA0-5AD3-46E2-AC01-698D77995E82}" type="presOf" srcId="{BDD44D03-EB48-480A-893F-34D60A276521}" destId="{D058A8EA-EB77-4DF9-8821-AB66ED3EA2C2}" srcOrd="0" destOrd="1" presId="urn:microsoft.com/office/officeart/2005/8/layout/vList2"/>
    <dgm:cxn modelId="{0B7A5BC6-12DB-4A22-B035-7CBC5E76F4AF}" type="presOf" srcId="{046377EF-EE43-4B1A-A3A2-2596EAE77BEA}" destId="{7A4F1F21-84B5-4CAF-B730-2A71B377D5BA}" srcOrd="0" destOrd="1" presId="urn:microsoft.com/office/officeart/2005/8/layout/vList2"/>
    <dgm:cxn modelId="{B2B2BCCB-2658-48CE-8AD0-1CA81FFC8B44}" srcId="{0CB0962B-FB97-4989-B6F1-E79F5304E4B9}" destId="{A29D1209-919B-4E82-94F7-0C69C71EEB27}" srcOrd="0" destOrd="0" parTransId="{C4CFC4C8-CE76-4B45-9917-6FA0299CB364}" sibTransId="{4188C1AB-1A61-4000-8631-D3FB4761B123}"/>
    <dgm:cxn modelId="{983204D8-0943-455E-A9E1-FBF8A3994990}" srcId="{7537E0B4-C001-4EE7-93BF-3787AA0685DE}" destId="{F68ACDFA-4DC6-4F54-A441-713A99F87973}" srcOrd="1" destOrd="0" parTransId="{29359D9F-5221-4DEA-AF62-844F861064D5}" sibTransId="{42307E43-DD57-4E2F-AB71-23BD95E66E3F}"/>
    <dgm:cxn modelId="{02B81DDF-7E85-4F30-8794-722D76C39C11}" type="presOf" srcId="{1B0B7644-5123-45C8-8988-07B253F54FAC}" destId="{F5416D4E-481B-49DC-9C4F-E0A654612515}" srcOrd="0" destOrd="1" presId="urn:microsoft.com/office/officeart/2005/8/layout/vList2"/>
    <dgm:cxn modelId="{6D9E82DF-24CC-4FFF-9095-9DFDC0EDD4C9}" srcId="{10CF62E5-17EB-45DA-B1B5-9507D3115A0A}" destId="{B766E316-BE3B-456E-9F8D-65D6651ABB6E}" srcOrd="3" destOrd="0" parTransId="{A2FE471F-772C-4E88-94B7-1B6221188599}" sibTransId="{C99CBAA1-1035-4000-9E67-B4A2DC068BDB}"/>
    <dgm:cxn modelId="{1C7FECDF-593F-4A52-948E-F893AFB5E4BC}" srcId="{10CF62E5-17EB-45DA-B1B5-9507D3115A0A}" destId="{BDD44D03-EB48-480A-893F-34D60A276521}" srcOrd="1" destOrd="0" parTransId="{0DBBADBC-95A1-459E-A242-98D3308D5003}" sibTransId="{D76E2086-3B3B-4A93-9782-E7AA9F05EAE4}"/>
    <dgm:cxn modelId="{EA2A7387-9A52-4CBA-96A3-944D4B3FFD7C}" type="presParOf" srcId="{1148D580-C7F8-41EE-91B9-FBC7568F296E}" destId="{A6D1CD8E-997F-476A-AA94-ACC34DD63CC3}" srcOrd="0" destOrd="0" presId="urn:microsoft.com/office/officeart/2005/8/layout/vList2"/>
    <dgm:cxn modelId="{731FBA4F-0E01-42F0-A419-B4C23B3F4B11}" type="presParOf" srcId="{1148D580-C7F8-41EE-91B9-FBC7568F296E}" destId="{D058A8EA-EB77-4DF9-8821-AB66ED3EA2C2}" srcOrd="1" destOrd="0" presId="urn:microsoft.com/office/officeart/2005/8/layout/vList2"/>
    <dgm:cxn modelId="{AE825394-F1B9-47B2-83FA-B0DBE3D4649A}" type="presParOf" srcId="{1148D580-C7F8-41EE-91B9-FBC7568F296E}" destId="{E3858083-E067-4972-AB5A-A89CB07A8204}" srcOrd="2" destOrd="0" presId="urn:microsoft.com/office/officeart/2005/8/layout/vList2"/>
    <dgm:cxn modelId="{B54B4DD6-0D2C-4B99-9D80-849A98F30E25}" type="presParOf" srcId="{1148D580-C7F8-41EE-91B9-FBC7568F296E}" destId="{F5416D4E-481B-49DC-9C4F-E0A654612515}" srcOrd="3" destOrd="0" presId="urn:microsoft.com/office/officeart/2005/8/layout/vList2"/>
    <dgm:cxn modelId="{6A6178E8-F816-421E-B9C4-166E902EF176}" type="presParOf" srcId="{1148D580-C7F8-41EE-91B9-FBC7568F296E}" destId="{27660117-8ECD-4363-8B22-1D34A4216B48}" srcOrd="4" destOrd="0" presId="urn:microsoft.com/office/officeart/2005/8/layout/vList2"/>
    <dgm:cxn modelId="{6B5819C2-D235-46F1-9877-B06AD0871C55}" type="presParOf" srcId="{1148D580-C7F8-41EE-91B9-FBC7568F296E}" destId="{7A4F1F21-84B5-4CAF-B730-2A71B377D5B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7B18F2-0557-40E1-B970-70B81EC054A2}">
      <dsp:nvSpPr>
        <dsp:cNvPr id="0" name=""/>
        <dsp:cNvSpPr/>
      </dsp:nvSpPr>
      <dsp:spPr>
        <a:xfrm>
          <a:off x="2653592" y="557934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2856703" y="601353"/>
        <a:ext cx="22990" cy="4602"/>
      </dsp:txXfrm>
    </dsp:sp>
    <dsp:sp modelId="{1E258D07-C8AD-4F44-A4CA-B845588794F1}">
      <dsp:nvSpPr>
        <dsp:cNvPr id="0" name=""/>
        <dsp:cNvSpPr/>
      </dsp:nvSpPr>
      <dsp:spPr>
        <a:xfrm>
          <a:off x="656203" y="3898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Jiovani Go es una plataforma web integral especializada en la comercialización de perfumes, desarrollada con tecnologías modernas y arquitectura escalable.</a:t>
          </a:r>
        </a:p>
      </dsp:txBody>
      <dsp:txXfrm>
        <a:off x="656203" y="3898"/>
        <a:ext cx="1999188" cy="1199513"/>
      </dsp:txXfrm>
    </dsp:sp>
    <dsp:sp modelId="{5981535F-5665-4538-88FC-5F72C603E56C}">
      <dsp:nvSpPr>
        <dsp:cNvPr id="0" name=""/>
        <dsp:cNvSpPr/>
      </dsp:nvSpPr>
      <dsp:spPr>
        <a:xfrm>
          <a:off x="5112594" y="557934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5315705" y="601353"/>
        <a:ext cx="22990" cy="4602"/>
      </dsp:txXfrm>
    </dsp:sp>
    <dsp:sp modelId="{B1899788-1EFE-46B6-9167-E23D1FEB3405}">
      <dsp:nvSpPr>
        <dsp:cNvPr id="0" name=""/>
        <dsp:cNvSpPr/>
      </dsp:nvSpPr>
      <dsp:spPr>
        <a:xfrm>
          <a:off x="3115205" y="3898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Características principales:</a:t>
          </a:r>
        </a:p>
      </dsp:txBody>
      <dsp:txXfrm>
        <a:off x="3115205" y="3898"/>
        <a:ext cx="1999188" cy="1199513"/>
      </dsp:txXfrm>
    </dsp:sp>
    <dsp:sp modelId="{1817A840-429F-49D2-9761-3F0B12FFCAF0}">
      <dsp:nvSpPr>
        <dsp:cNvPr id="0" name=""/>
        <dsp:cNvSpPr/>
      </dsp:nvSpPr>
      <dsp:spPr>
        <a:xfrm>
          <a:off x="1655797" y="1201611"/>
          <a:ext cx="4918004" cy="429213"/>
        </a:xfrm>
        <a:custGeom>
          <a:avLst/>
          <a:gdLst/>
          <a:ahLst/>
          <a:cxnLst/>
          <a:rect l="0" t="0" r="0" b="0"/>
          <a:pathLst>
            <a:path>
              <a:moveTo>
                <a:pt x="4918004" y="0"/>
              </a:moveTo>
              <a:lnTo>
                <a:pt x="4918004" y="231706"/>
              </a:lnTo>
              <a:lnTo>
                <a:pt x="0" y="231706"/>
              </a:lnTo>
              <a:lnTo>
                <a:pt x="0" y="42921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3991313" y="1413916"/>
        <a:ext cx="246972" cy="4602"/>
      </dsp:txXfrm>
    </dsp:sp>
    <dsp:sp modelId="{455AABBA-CCA1-445E-A8F9-EBECC9350128}">
      <dsp:nvSpPr>
        <dsp:cNvPr id="0" name=""/>
        <dsp:cNvSpPr/>
      </dsp:nvSpPr>
      <dsp:spPr>
        <a:xfrm>
          <a:off x="5574207" y="3898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Catálogo interactivo de productos con sistema de categorización avanzado</a:t>
          </a:r>
        </a:p>
      </dsp:txBody>
      <dsp:txXfrm>
        <a:off x="5574207" y="3898"/>
        <a:ext cx="1999188" cy="1199513"/>
      </dsp:txXfrm>
    </dsp:sp>
    <dsp:sp modelId="{AA072319-B16C-4125-9138-3669248E3860}">
      <dsp:nvSpPr>
        <dsp:cNvPr id="0" name=""/>
        <dsp:cNvSpPr/>
      </dsp:nvSpPr>
      <dsp:spPr>
        <a:xfrm>
          <a:off x="2653592" y="2217261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2856703" y="2260680"/>
        <a:ext cx="22990" cy="4602"/>
      </dsp:txXfrm>
    </dsp:sp>
    <dsp:sp modelId="{24E22869-A918-4EDA-BCF7-B7500E0CD52D}">
      <dsp:nvSpPr>
        <dsp:cNvPr id="0" name=""/>
        <dsp:cNvSpPr/>
      </dsp:nvSpPr>
      <dsp:spPr>
        <a:xfrm>
          <a:off x="656203" y="1663224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Blog especializado en contenido sobre fragancias y tendencias</a:t>
          </a:r>
        </a:p>
      </dsp:txBody>
      <dsp:txXfrm>
        <a:off x="656203" y="1663224"/>
        <a:ext cx="1999188" cy="1199513"/>
      </dsp:txXfrm>
    </dsp:sp>
    <dsp:sp modelId="{68A2B2F2-BFAC-4278-81DC-411A054ACC2A}">
      <dsp:nvSpPr>
        <dsp:cNvPr id="0" name=""/>
        <dsp:cNvSpPr/>
      </dsp:nvSpPr>
      <dsp:spPr>
        <a:xfrm>
          <a:off x="5112594" y="2217261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5315705" y="2260680"/>
        <a:ext cx="22990" cy="4602"/>
      </dsp:txXfrm>
    </dsp:sp>
    <dsp:sp modelId="{07815259-15A3-4FEC-A872-3E3FD58CACB2}">
      <dsp:nvSpPr>
        <dsp:cNvPr id="0" name=""/>
        <dsp:cNvSpPr/>
      </dsp:nvSpPr>
      <dsp:spPr>
        <a:xfrm>
          <a:off x="3115205" y="1663224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Sistema de autenticación robusto con diferentes niveles de acceso</a:t>
          </a:r>
        </a:p>
      </dsp:txBody>
      <dsp:txXfrm>
        <a:off x="3115205" y="1663224"/>
        <a:ext cx="1999188" cy="1199513"/>
      </dsp:txXfrm>
    </dsp:sp>
    <dsp:sp modelId="{1EC4E55C-F1C6-48E4-8A17-C2251EFDC622}">
      <dsp:nvSpPr>
        <dsp:cNvPr id="0" name=""/>
        <dsp:cNvSpPr/>
      </dsp:nvSpPr>
      <dsp:spPr>
        <a:xfrm>
          <a:off x="1655797" y="2860938"/>
          <a:ext cx="4918004" cy="429213"/>
        </a:xfrm>
        <a:custGeom>
          <a:avLst/>
          <a:gdLst/>
          <a:ahLst/>
          <a:cxnLst/>
          <a:rect l="0" t="0" r="0" b="0"/>
          <a:pathLst>
            <a:path>
              <a:moveTo>
                <a:pt x="4918004" y="0"/>
              </a:moveTo>
              <a:lnTo>
                <a:pt x="4918004" y="231706"/>
              </a:lnTo>
              <a:lnTo>
                <a:pt x="0" y="231706"/>
              </a:lnTo>
              <a:lnTo>
                <a:pt x="0" y="42921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3991313" y="3073243"/>
        <a:ext cx="246972" cy="4602"/>
      </dsp:txXfrm>
    </dsp:sp>
    <dsp:sp modelId="{6C32ED44-E658-4CD3-BF60-4763FA519A78}">
      <dsp:nvSpPr>
        <dsp:cNvPr id="0" name=""/>
        <dsp:cNvSpPr/>
      </dsp:nvSpPr>
      <dsp:spPr>
        <a:xfrm>
          <a:off x="5574207" y="1663224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Panel de administración completo para gestión de contenido</a:t>
          </a:r>
        </a:p>
      </dsp:txBody>
      <dsp:txXfrm>
        <a:off x="5574207" y="1663224"/>
        <a:ext cx="1999188" cy="1199513"/>
      </dsp:txXfrm>
    </dsp:sp>
    <dsp:sp modelId="{3BFE8AD4-FD0B-43EE-80BF-6DD56E1371C1}">
      <dsp:nvSpPr>
        <dsp:cNvPr id="0" name=""/>
        <dsp:cNvSpPr/>
      </dsp:nvSpPr>
      <dsp:spPr>
        <a:xfrm>
          <a:off x="2653592" y="3876588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2856703" y="3920006"/>
        <a:ext cx="22990" cy="4602"/>
      </dsp:txXfrm>
    </dsp:sp>
    <dsp:sp modelId="{C4C3D6AD-B6B1-456E-BA0E-A9FF0D9F5840}">
      <dsp:nvSpPr>
        <dsp:cNvPr id="0" name=""/>
        <dsp:cNvSpPr/>
      </dsp:nvSpPr>
      <dsp:spPr>
        <a:xfrm>
          <a:off x="656203" y="3322551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Formulario de contacto integrado para atención al cliente</a:t>
          </a:r>
        </a:p>
      </dsp:txBody>
      <dsp:txXfrm>
        <a:off x="656203" y="3322551"/>
        <a:ext cx="1999188" cy="1199513"/>
      </dsp:txXfrm>
    </dsp:sp>
    <dsp:sp modelId="{CAD6B0A9-BCCE-4FE3-B693-F2EBBC609A4E}">
      <dsp:nvSpPr>
        <dsp:cNvPr id="0" name=""/>
        <dsp:cNvSpPr/>
      </dsp:nvSpPr>
      <dsp:spPr>
        <a:xfrm>
          <a:off x="5112594" y="3876588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noProof="0" dirty="0"/>
        </a:p>
      </dsp:txBody>
      <dsp:txXfrm>
        <a:off x="5315705" y="3920006"/>
        <a:ext cx="22990" cy="4602"/>
      </dsp:txXfrm>
    </dsp:sp>
    <dsp:sp modelId="{FD226C3D-4F67-47AB-A6EC-1677425AC137}">
      <dsp:nvSpPr>
        <dsp:cNvPr id="0" name=""/>
        <dsp:cNvSpPr/>
      </dsp:nvSpPr>
      <dsp:spPr>
        <a:xfrm>
          <a:off x="3115205" y="3322551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Arquitectura de tres capas con separación clara de responsabilidades</a:t>
          </a:r>
        </a:p>
      </dsp:txBody>
      <dsp:txXfrm>
        <a:off x="3115205" y="3322551"/>
        <a:ext cx="1999188" cy="1199513"/>
      </dsp:txXfrm>
    </dsp:sp>
    <dsp:sp modelId="{35253D95-DD56-4765-9C98-F2491F8BF8DF}">
      <dsp:nvSpPr>
        <dsp:cNvPr id="0" name=""/>
        <dsp:cNvSpPr/>
      </dsp:nvSpPr>
      <dsp:spPr>
        <a:xfrm>
          <a:off x="5574207" y="3322551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noProof="0" dirty="0"/>
            <a:t>La plataforma está diseñada para ofrecer una experiencia de usuario excepcional, combinando funcionalidad comercial con contenido educativo sobre el mundo de las fragancias.</a:t>
          </a:r>
        </a:p>
      </dsp:txBody>
      <dsp:txXfrm>
        <a:off x="5574207" y="3322551"/>
        <a:ext cx="1999188" cy="11995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FDF89-CC3C-4A4E-9788-692B9C9B265F}">
      <dsp:nvSpPr>
        <dsp:cNvPr id="0" name=""/>
        <dsp:cNvSpPr/>
      </dsp:nvSpPr>
      <dsp:spPr>
        <a:xfrm>
          <a:off x="0" y="351481"/>
          <a:ext cx="7886700" cy="106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Desarrollar una plataforma web robusta y escalable que permita la comercialización efectiva de fragancias, integrando funcionalidades de e-commerce con un sistema de gestión de contenido especializado.</a:t>
          </a:r>
        </a:p>
      </dsp:txBody>
      <dsp:txXfrm>
        <a:off x="0" y="351481"/>
        <a:ext cx="7886700" cy="1063125"/>
      </dsp:txXfrm>
    </dsp:sp>
    <dsp:sp modelId="{A0CA1AB3-6B6F-431E-B229-BDCC39063B8A}">
      <dsp:nvSpPr>
        <dsp:cNvPr id="0" name=""/>
        <dsp:cNvSpPr/>
      </dsp:nvSpPr>
      <dsp:spPr>
        <a:xfrm>
          <a:off x="394335" y="130081"/>
          <a:ext cx="552069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500" kern="1200" noProof="0" dirty="0"/>
            <a:t>Objetivo General</a:t>
          </a:r>
        </a:p>
      </dsp:txBody>
      <dsp:txXfrm>
        <a:off x="415951" y="151697"/>
        <a:ext cx="5477458" cy="399568"/>
      </dsp:txXfrm>
    </dsp:sp>
    <dsp:sp modelId="{4CDEAA41-20EE-41D5-8652-6BB7BB7AC0DD}">
      <dsp:nvSpPr>
        <dsp:cNvPr id="0" name=""/>
        <dsp:cNvSpPr/>
      </dsp:nvSpPr>
      <dsp:spPr>
        <a:xfrm>
          <a:off x="0" y="1717006"/>
          <a:ext cx="7886700" cy="2504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Implementar un sistema de autenticación y autorización con múltiples roles de usuario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Crear un catálogo de productos dinámico con capacidades de búsqueda y filtrado avanzadas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Desarrollar un blog integrado para educación y marketing de contenidos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Establecer una arquitectura de tres capas que garantice mantenibilidad y escalabilidad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Implementar patrones de diseño que faciliten futuras expansiones del sistema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Asegurar una experiencia de usuario fluida y responsive en todos los dispositivos</a:t>
          </a:r>
        </a:p>
      </dsp:txBody>
      <dsp:txXfrm>
        <a:off x="0" y="1717006"/>
        <a:ext cx="7886700" cy="2504250"/>
      </dsp:txXfrm>
    </dsp:sp>
    <dsp:sp modelId="{09CAE209-D62E-4725-AFC2-5B626E3D70BA}">
      <dsp:nvSpPr>
        <dsp:cNvPr id="0" name=""/>
        <dsp:cNvSpPr/>
      </dsp:nvSpPr>
      <dsp:spPr>
        <a:xfrm>
          <a:off x="394335" y="1495606"/>
          <a:ext cx="552069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500" kern="1200" noProof="0" dirty="0"/>
            <a:t>Objetivos específicos:</a:t>
          </a:r>
        </a:p>
      </dsp:txBody>
      <dsp:txXfrm>
        <a:off x="415951" y="1517222"/>
        <a:ext cx="5477458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2DE2F-6D19-4DCE-ABBD-7A399900CC4B}">
      <dsp:nvSpPr>
        <dsp:cNvPr id="0" name=""/>
        <dsp:cNvSpPr/>
      </dsp:nvSpPr>
      <dsp:spPr>
        <a:xfrm>
          <a:off x="0" y="3412787"/>
          <a:ext cx="7886700" cy="7466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 dirty="0"/>
            <a:t>Ceremonias Scrum:</a:t>
          </a:r>
        </a:p>
      </dsp:txBody>
      <dsp:txXfrm>
        <a:off x="0" y="3412787"/>
        <a:ext cx="7886700" cy="403182"/>
      </dsp:txXfrm>
    </dsp:sp>
    <dsp:sp modelId="{FB4D8FB0-5F95-4005-A9E3-30AC6742B51D}">
      <dsp:nvSpPr>
        <dsp:cNvPr id="0" name=""/>
        <dsp:cNvSpPr/>
      </dsp:nvSpPr>
      <dsp:spPr>
        <a:xfrm>
          <a:off x="0" y="3801037"/>
          <a:ext cx="1971674" cy="34345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0" dirty="0"/>
            <a:t>Sprint </a:t>
          </a:r>
          <a:r>
            <a:rPr lang="es-ES" sz="900" kern="1200" noProof="0" dirty="0" err="1"/>
            <a:t>Planning</a:t>
          </a:r>
          <a:r>
            <a:rPr lang="es-ES" sz="900" kern="1200" noProof="0" dirty="0"/>
            <a:t>: Definición de objetivos y selección de historias de usuario</a:t>
          </a:r>
        </a:p>
      </dsp:txBody>
      <dsp:txXfrm>
        <a:off x="0" y="3801037"/>
        <a:ext cx="1971674" cy="343451"/>
      </dsp:txXfrm>
    </dsp:sp>
    <dsp:sp modelId="{3CC63066-053C-4550-831A-EE50F4508303}">
      <dsp:nvSpPr>
        <dsp:cNvPr id="0" name=""/>
        <dsp:cNvSpPr/>
      </dsp:nvSpPr>
      <dsp:spPr>
        <a:xfrm>
          <a:off x="1971675" y="3801037"/>
          <a:ext cx="1971674" cy="34345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0" dirty="0" err="1"/>
            <a:t>Daily</a:t>
          </a:r>
          <a:r>
            <a:rPr lang="es-ES" sz="900" kern="1200" noProof="0" dirty="0"/>
            <a:t> Stand-ups: Seguimiento diario del progreso y resolución de impedimentos</a:t>
          </a:r>
        </a:p>
      </dsp:txBody>
      <dsp:txXfrm>
        <a:off x="1971675" y="3801037"/>
        <a:ext cx="1971674" cy="343451"/>
      </dsp:txXfrm>
    </dsp:sp>
    <dsp:sp modelId="{C1F1CA8B-6F2E-4ED5-A896-B02184C2334B}">
      <dsp:nvSpPr>
        <dsp:cNvPr id="0" name=""/>
        <dsp:cNvSpPr/>
      </dsp:nvSpPr>
      <dsp:spPr>
        <a:xfrm>
          <a:off x="3943350" y="3801037"/>
          <a:ext cx="1971674" cy="34345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0" dirty="0"/>
            <a:t>Sprint </a:t>
          </a:r>
          <a:r>
            <a:rPr lang="es-ES" sz="900" kern="1200" noProof="0" dirty="0" err="1"/>
            <a:t>Review</a:t>
          </a:r>
          <a:r>
            <a:rPr lang="es-ES" sz="900" kern="1200" noProof="0" dirty="0"/>
            <a:t>: Demostración de funcionalidades completadas</a:t>
          </a:r>
        </a:p>
      </dsp:txBody>
      <dsp:txXfrm>
        <a:off x="3943350" y="3801037"/>
        <a:ext cx="1971674" cy="343451"/>
      </dsp:txXfrm>
    </dsp:sp>
    <dsp:sp modelId="{DB2A8687-0C1F-4D26-9D0D-BE3D3D8DEEB5}">
      <dsp:nvSpPr>
        <dsp:cNvPr id="0" name=""/>
        <dsp:cNvSpPr/>
      </dsp:nvSpPr>
      <dsp:spPr>
        <a:xfrm>
          <a:off x="5915024" y="3801037"/>
          <a:ext cx="1971674" cy="34345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0" dirty="0"/>
            <a:t>Sprint Retrospective: Mejora continua del proceso de desarrollo</a:t>
          </a:r>
        </a:p>
      </dsp:txBody>
      <dsp:txXfrm>
        <a:off x="5915024" y="3801037"/>
        <a:ext cx="1971674" cy="343451"/>
      </dsp:txXfrm>
    </dsp:sp>
    <dsp:sp modelId="{A1824D77-1083-472E-B3C3-1820E9CB5520}">
      <dsp:nvSpPr>
        <dsp:cNvPr id="0" name=""/>
        <dsp:cNvSpPr/>
      </dsp:nvSpPr>
      <dsp:spPr>
        <a:xfrm rot="10800000">
          <a:off x="0" y="2275663"/>
          <a:ext cx="7886700" cy="1148323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 dirty="0" err="1"/>
            <a:t>Sprints</a:t>
          </a:r>
          <a:r>
            <a:rPr lang="es-ES" sz="1400" kern="1200" noProof="0" dirty="0"/>
            <a:t> Implementados:</a:t>
          </a:r>
        </a:p>
      </dsp:txBody>
      <dsp:txXfrm rot="-10800000">
        <a:off x="0" y="2275663"/>
        <a:ext cx="7886700" cy="403061"/>
      </dsp:txXfrm>
    </dsp:sp>
    <dsp:sp modelId="{07F31F67-523E-4266-8EF9-4D11A3E9782B}">
      <dsp:nvSpPr>
        <dsp:cNvPr id="0" name=""/>
        <dsp:cNvSpPr/>
      </dsp:nvSpPr>
      <dsp:spPr>
        <a:xfrm>
          <a:off x="0" y="2678725"/>
          <a:ext cx="1971674" cy="34334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0" dirty="0"/>
            <a:t>Sprint 1: Configuración del entorno y arquitectura base</a:t>
          </a:r>
        </a:p>
      </dsp:txBody>
      <dsp:txXfrm>
        <a:off x="0" y="2678725"/>
        <a:ext cx="1971674" cy="343348"/>
      </dsp:txXfrm>
    </dsp:sp>
    <dsp:sp modelId="{3E774FD4-83D4-4478-B499-DD0439290423}">
      <dsp:nvSpPr>
        <dsp:cNvPr id="0" name=""/>
        <dsp:cNvSpPr/>
      </dsp:nvSpPr>
      <dsp:spPr>
        <a:xfrm>
          <a:off x="1971675" y="2678725"/>
          <a:ext cx="1971674" cy="34334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0" dirty="0"/>
            <a:t>Sprint 2: Sistema de autenticación y gestión de usuarios</a:t>
          </a:r>
        </a:p>
      </dsp:txBody>
      <dsp:txXfrm>
        <a:off x="1971675" y="2678725"/>
        <a:ext cx="1971674" cy="343348"/>
      </dsp:txXfrm>
    </dsp:sp>
    <dsp:sp modelId="{6C6F9E4E-0CD8-4643-BCBB-EC73F45C4B75}">
      <dsp:nvSpPr>
        <dsp:cNvPr id="0" name=""/>
        <dsp:cNvSpPr/>
      </dsp:nvSpPr>
      <dsp:spPr>
        <a:xfrm>
          <a:off x="3943350" y="2678725"/>
          <a:ext cx="1971674" cy="34334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0" dirty="0"/>
            <a:t>Sprint 3: Desarrollo del catálogo de productos y categorías</a:t>
          </a:r>
        </a:p>
      </dsp:txBody>
      <dsp:txXfrm>
        <a:off x="3943350" y="2678725"/>
        <a:ext cx="1971674" cy="343348"/>
      </dsp:txXfrm>
    </dsp:sp>
    <dsp:sp modelId="{5A61D169-BA3A-4EFC-ACA7-05F852975044}">
      <dsp:nvSpPr>
        <dsp:cNvPr id="0" name=""/>
        <dsp:cNvSpPr/>
      </dsp:nvSpPr>
      <dsp:spPr>
        <a:xfrm>
          <a:off x="5915024" y="2678725"/>
          <a:ext cx="1971674" cy="343348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 noProof="0" dirty="0"/>
            <a:t>Sprint 4: Implementación del blog y gestión de contenido</a:t>
          </a:r>
        </a:p>
      </dsp:txBody>
      <dsp:txXfrm>
        <a:off x="5915024" y="2678725"/>
        <a:ext cx="1971674" cy="343348"/>
      </dsp:txXfrm>
    </dsp:sp>
    <dsp:sp modelId="{9635641D-FE17-4077-AAF4-05E96EE20B55}">
      <dsp:nvSpPr>
        <dsp:cNvPr id="0" name=""/>
        <dsp:cNvSpPr/>
      </dsp:nvSpPr>
      <dsp:spPr>
        <a:xfrm rot="10800000">
          <a:off x="0" y="1138538"/>
          <a:ext cx="7886700" cy="1148323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 dirty="0" err="1"/>
            <a:t>Product</a:t>
          </a:r>
          <a:r>
            <a:rPr lang="es-ES" sz="1400" kern="1200" noProof="0" dirty="0"/>
            <a:t> Backlog: Funcionalidades priorizadas incluyendo autenticación, catálogo, blog, administración y optimizaciones.</a:t>
          </a:r>
        </a:p>
      </dsp:txBody>
      <dsp:txXfrm rot="10800000">
        <a:off x="0" y="1138538"/>
        <a:ext cx="7886700" cy="746146"/>
      </dsp:txXfrm>
    </dsp:sp>
    <dsp:sp modelId="{3FF95335-D21D-49B7-A692-7B29059CC653}">
      <dsp:nvSpPr>
        <dsp:cNvPr id="0" name=""/>
        <dsp:cNvSpPr/>
      </dsp:nvSpPr>
      <dsp:spPr>
        <a:xfrm rot="10800000">
          <a:off x="0" y="1414"/>
          <a:ext cx="7886700" cy="1148323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 dirty="0"/>
            <a:t>Visión del Producto: Plataforma líder en comercialización de fragancias premium con experiencia de usuario excepcional.</a:t>
          </a:r>
        </a:p>
      </dsp:txBody>
      <dsp:txXfrm rot="10800000">
        <a:off x="0" y="1414"/>
        <a:ext cx="7886700" cy="7461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945D1-14EC-4154-859F-19FF8D10F091}">
      <dsp:nvSpPr>
        <dsp:cNvPr id="0" name=""/>
        <dsp:cNvSpPr/>
      </dsp:nvSpPr>
      <dsp:spPr>
        <a:xfrm>
          <a:off x="0" y="301881"/>
          <a:ext cx="82296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DB278-0245-4350-AA75-9FF555D6084F}">
      <dsp:nvSpPr>
        <dsp:cNvPr id="0" name=""/>
        <dsp:cNvSpPr/>
      </dsp:nvSpPr>
      <dsp:spPr>
        <a:xfrm>
          <a:off x="411480" y="154281"/>
          <a:ext cx="576072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noProof="0" dirty="0"/>
            <a:t>Plataforma Jiovani Go - Estado Actual de Implementación</a:t>
          </a:r>
          <a:endParaRPr lang="es-ES" sz="1000" kern="1200" noProof="0" dirty="0"/>
        </a:p>
      </dsp:txBody>
      <dsp:txXfrm>
        <a:off x="425890" y="168691"/>
        <a:ext cx="5731900" cy="266380"/>
      </dsp:txXfrm>
    </dsp:sp>
    <dsp:sp modelId="{8C302BBE-BE94-4B49-8084-B588AE789619}">
      <dsp:nvSpPr>
        <dsp:cNvPr id="0" name=""/>
        <dsp:cNvSpPr/>
      </dsp:nvSpPr>
      <dsp:spPr>
        <a:xfrm>
          <a:off x="0" y="755481"/>
          <a:ext cx="8229600" cy="107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208280" rIns="63870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Catalogo completo: 24 productos con filtros por genero y familia olfativa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Paginas de detalle especializadas con notas olfativas y concentración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Blog educativo “El Diario de un Aroma” con contenido publicado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Sistema de contacto con formulario funcional y mapa integrado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Diseño responsive y navegación intuitiva completamente operativa</a:t>
          </a:r>
        </a:p>
      </dsp:txBody>
      <dsp:txXfrm>
        <a:off x="0" y="755481"/>
        <a:ext cx="8229600" cy="1071000"/>
      </dsp:txXfrm>
    </dsp:sp>
    <dsp:sp modelId="{C621838C-CA07-4B6D-ADAD-3773AF8556F6}">
      <dsp:nvSpPr>
        <dsp:cNvPr id="0" name=""/>
        <dsp:cNvSpPr/>
      </dsp:nvSpPr>
      <dsp:spPr>
        <a:xfrm>
          <a:off x="411480" y="607881"/>
          <a:ext cx="576072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noProof="0" dirty="0"/>
            <a:t>FRONTEND PUBLICO - 100% OPERATIVO</a:t>
          </a:r>
          <a:endParaRPr lang="es-ES" sz="1000" kern="1200" noProof="0" dirty="0"/>
        </a:p>
      </dsp:txBody>
      <dsp:txXfrm>
        <a:off x="425890" y="622291"/>
        <a:ext cx="5731900" cy="266380"/>
      </dsp:txXfrm>
    </dsp:sp>
    <dsp:sp modelId="{5568CF0B-1789-422A-A2E5-6FACBB7420CF}">
      <dsp:nvSpPr>
        <dsp:cNvPr id="0" name=""/>
        <dsp:cNvSpPr/>
      </dsp:nvSpPr>
      <dsp:spPr>
        <a:xfrm>
          <a:off x="0" y="2028081"/>
          <a:ext cx="8229600" cy="107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208280" rIns="63870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API REST completa con Node.js, Express y MongoDB optimizada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Autenticación JWT segura y sistema de permisos granular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Panel administrativo funcional con gestión CRUD de productos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Sistema de usuarios, roles y gestión de contenido del blog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Middleware de seguridad y validación de datos implementado</a:t>
          </a:r>
        </a:p>
      </dsp:txBody>
      <dsp:txXfrm>
        <a:off x="0" y="2028081"/>
        <a:ext cx="8229600" cy="1071000"/>
      </dsp:txXfrm>
    </dsp:sp>
    <dsp:sp modelId="{C1A830A8-1EAB-4E66-904E-AD326071A67E}">
      <dsp:nvSpPr>
        <dsp:cNvPr id="0" name=""/>
        <dsp:cNvSpPr/>
      </dsp:nvSpPr>
      <dsp:spPr>
        <a:xfrm>
          <a:off x="411480" y="1880481"/>
          <a:ext cx="576072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noProof="0" dirty="0"/>
            <a:t>BACKEND Y ADMINISTRACION - 95% FUNCIONAL</a:t>
          </a:r>
          <a:endParaRPr lang="es-ES" sz="1000" kern="1200" noProof="0" dirty="0"/>
        </a:p>
      </dsp:txBody>
      <dsp:txXfrm>
        <a:off x="425890" y="1894891"/>
        <a:ext cx="5731900" cy="266380"/>
      </dsp:txXfrm>
    </dsp:sp>
    <dsp:sp modelId="{40FA90EC-FB18-41A9-B31B-8EAEE9EB662F}">
      <dsp:nvSpPr>
        <dsp:cNvPr id="0" name=""/>
        <dsp:cNvSpPr/>
      </dsp:nvSpPr>
      <dsp:spPr>
        <a:xfrm>
          <a:off x="0" y="3300681"/>
          <a:ext cx="8229600" cy="107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208280" rIns="63870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Progreso: 85% completado según especificaciones de alcance inicial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Todas las funcionalidades </a:t>
          </a:r>
          <a:r>
            <a:rPr lang="es-ES" sz="1000" kern="1200" noProof="0" dirty="0" err="1"/>
            <a:t>core</a:t>
          </a:r>
          <a:r>
            <a:rPr lang="es-ES" sz="1000" kern="1200" noProof="0" dirty="0"/>
            <a:t> de vitrina digital operativas y listas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Arquitectura escalable preparada para futuras expansiones planificadas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Limitación: Carrito de compras visual únicamente, sin procesamiento de pagos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noProof="0" dirty="0"/>
            <a:t> Pendiente: Sistema de métricas y optimizaciones SEO para siguiente fase</a:t>
          </a:r>
        </a:p>
      </dsp:txBody>
      <dsp:txXfrm>
        <a:off x="0" y="3300681"/>
        <a:ext cx="8229600" cy="1071000"/>
      </dsp:txXfrm>
    </dsp:sp>
    <dsp:sp modelId="{3F599454-457A-47EE-AB01-72B0B1F748EA}">
      <dsp:nvSpPr>
        <dsp:cNvPr id="0" name=""/>
        <dsp:cNvSpPr/>
      </dsp:nvSpPr>
      <dsp:spPr>
        <a:xfrm>
          <a:off x="411480" y="3153081"/>
          <a:ext cx="576072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b="1" kern="1200" noProof="0" dirty="0"/>
            <a:t>ESTADO GENERAL Y LIMITACIONES</a:t>
          </a:r>
          <a:endParaRPr lang="es-ES" sz="1000" kern="1200" noProof="0" dirty="0"/>
        </a:p>
      </dsp:txBody>
      <dsp:txXfrm>
        <a:off x="425890" y="3167491"/>
        <a:ext cx="5731900" cy="2663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228A0-5A3F-4557-AA89-8BACB2B99E22}">
      <dsp:nvSpPr>
        <dsp:cNvPr id="0" name=""/>
        <dsp:cNvSpPr/>
      </dsp:nvSpPr>
      <dsp:spPr>
        <a:xfrm>
          <a:off x="2464" y="131263"/>
          <a:ext cx="2402978" cy="547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500" b="1" kern="1200" noProof="0" dirty="0"/>
            <a:t>OPTIMIZACIONES TECNICAS PENDIENTES</a:t>
          </a:r>
          <a:endParaRPr lang="es-ES" sz="1500" kern="1200" noProof="0" dirty="0"/>
        </a:p>
      </dsp:txBody>
      <dsp:txXfrm>
        <a:off x="2464" y="131263"/>
        <a:ext cx="2402978" cy="547760"/>
      </dsp:txXfrm>
    </dsp:sp>
    <dsp:sp modelId="{31D96131-722A-4710-AC35-05D0A6FB4125}">
      <dsp:nvSpPr>
        <dsp:cNvPr id="0" name=""/>
        <dsp:cNvSpPr/>
      </dsp:nvSpPr>
      <dsp:spPr>
        <a:xfrm>
          <a:off x="2464" y="679024"/>
          <a:ext cx="2402978" cy="35410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Implementacion</a:t>
          </a:r>
          <a:r>
            <a:rPr lang="es-ES" sz="1500" kern="1200" noProof="0" dirty="0"/>
            <a:t> de sistema de </a:t>
          </a:r>
          <a:r>
            <a:rPr lang="es-ES" sz="1500" kern="1200" noProof="0" dirty="0" err="1"/>
            <a:t>metricas</a:t>
          </a:r>
          <a:r>
            <a:rPr lang="es-ES" sz="1500" kern="1200" noProof="0" dirty="0"/>
            <a:t> </a:t>
          </a:r>
          <a:r>
            <a:rPr lang="es-ES" sz="1500" kern="1200" noProof="0" dirty="0" err="1"/>
            <a:t>basicas</a:t>
          </a:r>
          <a:r>
            <a:rPr lang="es-ES" sz="1500" kern="1200" noProof="0" dirty="0"/>
            <a:t> para administradores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Optimizacion</a:t>
          </a:r>
          <a:r>
            <a:rPr lang="es-ES" sz="1500" kern="1200" noProof="0" dirty="0"/>
            <a:t> avanzada de SEO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Mejoras en el editor de blog con vista previa en tiempo real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Implementacion</a:t>
          </a:r>
          <a:r>
            <a:rPr lang="es-ES" sz="1500" kern="1200" noProof="0" dirty="0"/>
            <a:t> de cache del lado cliente para mejor performance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Validaciones adicionales de seguridad en formularios </a:t>
          </a:r>
          <a:r>
            <a:rPr lang="es-ES" sz="1500" kern="1200" noProof="0" dirty="0" err="1"/>
            <a:t>publicos</a:t>
          </a:r>
          <a:endParaRPr lang="es-ES" sz="1500" kern="1200" noProof="0" dirty="0"/>
        </a:p>
      </dsp:txBody>
      <dsp:txXfrm>
        <a:off x="2464" y="679024"/>
        <a:ext cx="2402978" cy="3541050"/>
      </dsp:txXfrm>
    </dsp:sp>
    <dsp:sp modelId="{CEF4C7C5-62C0-4819-8EAB-2EF3E6CEA34C}">
      <dsp:nvSpPr>
        <dsp:cNvPr id="0" name=""/>
        <dsp:cNvSpPr/>
      </dsp:nvSpPr>
      <dsp:spPr>
        <a:xfrm>
          <a:off x="2741860" y="131263"/>
          <a:ext cx="2402978" cy="547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500" b="1" kern="1200" noProof="0" dirty="0"/>
            <a:t>MEJORAS DE EXPERIENCIA DE USUARIO</a:t>
          </a:r>
          <a:endParaRPr lang="es-ES" sz="1500" kern="1200" noProof="0" dirty="0"/>
        </a:p>
      </dsp:txBody>
      <dsp:txXfrm>
        <a:off x="2741860" y="131263"/>
        <a:ext cx="2402978" cy="547760"/>
      </dsp:txXfrm>
    </dsp:sp>
    <dsp:sp modelId="{A649E544-284D-4C7E-9E16-FB27525644C6}">
      <dsp:nvSpPr>
        <dsp:cNvPr id="0" name=""/>
        <dsp:cNvSpPr/>
      </dsp:nvSpPr>
      <dsp:spPr>
        <a:xfrm>
          <a:off x="2741860" y="679024"/>
          <a:ext cx="2402978" cy="35410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Optimizacion</a:t>
          </a:r>
          <a:r>
            <a:rPr lang="es-ES" sz="1500" kern="1200" noProof="0" dirty="0"/>
            <a:t> de carga de </a:t>
          </a:r>
          <a:r>
            <a:rPr lang="es-ES" sz="1500" kern="1200" noProof="0" dirty="0" err="1"/>
            <a:t>imagenes</a:t>
          </a:r>
          <a:endParaRPr lang="es-ES" sz="1500" kern="1200" noProof="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Implementacion</a:t>
          </a:r>
          <a:r>
            <a:rPr lang="es-ES" sz="1500" kern="1200" noProof="0" dirty="0"/>
            <a:t> de breadcrumbs para mejor </a:t>
          </a:r>
          <a:r>
            <a:rPr lang="es-ES" sz="1500" kern="1200" noProof="0" dirty="0" err="1"/>
            <a:t>navegacion</a:t>
          </a:r>
          <a:endParaRPr lang="es-ES" sz="1500" kern="1200" noProof="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Sistema de </a:t>
          </a:r>
          <a:r>
            <a:rPr lang="es-ES" sz="1500" kern="1200" noProof="0" dirty="0" err="1"/>
            <a:t>busqueda</a:t>
          </a:r>
          <a:r>
            <a:rPr lang="es-ES" sz="1500" kern="1200" noProof="0" dirty="0"/>
            <a:t> inteligente con sugerencias </a:t>
          </a:r>
          <a:r>
            <a:rPr lang="es-ES" sz="1500" kern="1200" noProof="0" dirty="0" err="1"/>
            <a:t>automaticas</a:t>
          </a:r>
          <a:endParaRPr lang="es-ES" sz="1500" kern="1200" noProof="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Mejoras en la accesibilidad para usuarios con discapacidades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Optimizacion</a:t>
          </a:r>
          <a:r>
            <a:rPr lang="es-ES" sz="1500" kern="1200" noProof="0" dirty="0"/>
            <a:t> especifica para dispositivos </a:t>
          </a:r>
          <a:r>
            <a:rPr lang="es-ES" sz="1500" kern="1200" noProof="0" dirty="0" err="1"/>
            <a:t>moviles</a:t>
          </a:r>
          <a:endParaRPr lang="es-ES" sz="1500" kern="1200" noProof="0" dirty="0"/>
        </a:p>
      </dsp:txBody>
      <dsp:txXfrm>
        <a:off x="2741860" y="679024"/>
        <a:ext cx="2402978" cy="3541050"/>
      </dsp:txXfrm>
    </dsp:sp>
    <dsp:sp modelId="{31B12FA1-CAB3-42C2-BB8C-19B85789C7D6}">
      <dsp:nvSpPr>
        <dsp:cNvPr id="0" name=""/>
        <dsp:cNvSpPr/>
      </dsp:nvSpPr>
      <dsp:spPr>
        <a:xfrm>
          <a:off x="5481256" y="131263"/>
          <a:ext cx="2402978" cy="547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500" b="1" kern="1200" noProof="0" dirty="0"/>
            <a:t>DOCUMENTACION Y TESTING FINAL</a:t>
          </a:r>
          <a:endParaRPr lang="es-ES" sz="1500" kern="1200" noProof="0" dirty="0"/>
        </a:p>
      </dsp:txBody>
      <dsp:txXfrm>
        <a:off x="5481256" y="131263"/>
        <a:ext cx="2402978" cy="547760"/>
      </dsp:txXfrm>
    </dsp:sp>
    <dsp:sp modelId="{F68F2C1C-9D95-423B-B216-4F53464E78E1}">
      <dsp:nvSpPr>
        <dsp:cNvPr id="0" name=""/>
        <dsp:cNvSpPr/>
      </dsp:nvSpPr>
      <dsp:spPr>
        <a:xfrm>
          <a:off x="5481256" y="679024"/>
          <a:ext cx="2402978" cy="35410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Documentacion</a:t>
          </a:r>
          <a:r>
            <a:rPr lang="es-ES" sz="1500" kern="1200" noProof="0" dirty="0"/>
            <a:t> </a:t>
          </a:r>
          <a:r>
            <a:rPr lang="es-ES" sz="1500" kern="1200" noProof="0" dirty="0" err="1"/>
            <a:t>tecnica</a:t>
          </a:r>
          <a:r>
            <a:rPr lang="es-ES" sz="1500" kern="1200" noProof="0" dirty="0"/>
            <a:t> completa para desarrolladores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/>
            <a:t>Manual de usuario para administradores del sistema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Testing</a:t>
          </a:r>
          <a:r>
            <a:rPr lang="es-ES" sz="1500" kern="1200" noProof="0" dirty="0"/>
            <a:t> exhaustivo de compatibilidad entre navegadores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Validacion</a:t>
          </a:r>
          <a:r>
            <a:rPr lang="es-ES" sz="1500" kern="1200" noProof="0" dirty="0"/>
            <a:t> final de rendimiento bajo carga simulada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noProof="0" dirty="0" err="1"/>
            <a:t>Documentacion</a:t>
          </a:r>
          <a:r>
            <a:rPr lang="es-ES" sz="1500" kern="1200" noProof="0" dirty="0"/>
            <a:t> de despliegue y </a:t>
          </a:r>
          <a:r>
            <a:rPr lang="es-ES" sz="1500" kern="1200" noProof="0" dirty="0" err="1"/>
            <a:t>configuracion</a:t>
          </a:r>
          <a:r>
            <a:rPr lang="es-ES" sz="1500" kern="1200" noProof="0" dirty="0"/>
            <a:t> de </a:t>
          </a:r>
          <a:r>
            <a:rPr lang="es-ES" sz="1500" kern="1200" noProof="0" dirty="0" err="1"/>
            <a:t>produccion</a:t>
          </a:r>
          <a:endParaRPr lang="es-ES" sz="1500" kern="1200" noProof="0" dirty="0"/>
        </a:p>
      </dsp:txBody>
      <dsp:txXfrm>
        <a:off x="5481256" y="679024"/>
        <a:ext cx="2402978" cy="35410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B2DBD-50B9-44EB-8B1A-91C0DA4C2D73}">
      <dsp:nvSpPr>
        <dsp:cNvPr id="0" name=""/>
        <dsp:cNvSpPr/>
      </dsp:nvSpPr>
      <dsp:spPr>
        <a:xfrm>
          <a:off x="6697" y="370299"/>
          <a:ext cx="2650698" cy="795209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186" tIns="98186" rIns="98186" bIns="981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 noProof="0" dirty="0"/>
            <a:t>FASE 1 - COMPLETAR FUNCIONALIDADES CORE</a:t>
          </a:r>
          <a:endParaRPr lang="es-ES" sz="1400" kern="1200" noProof="0" dirty="0"/>
        </a:p>
      </dsp:txBody>
      <dsp:txXfrm>
        <a:off x="245260" y="370299"/>
        <a:ext cx="2173572" cy="795209"/>
      </dsp:txXfrm>
    </dsp:sp>
    <dsp:sp modelId="{C1A84FD3-A5BE-48E4-9764-95FB1B8AC0B1}">
      <dsp:nvSpPr>
        <dsp:cNvPr id="0" name=""/>
        <dsp:cNvSpPr/>
      </dsp:nvSpPr>
      <dsp:spPr>
        <a:xfrm>
          <a:off x="6697" y="1165508"/>
          <a:ext cx="2412135" cy="28167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612" tIns="190612" rIns="190612" bIns="3812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100" kern="1200" noProof="0" dirty="0"/>
            <a:t>Finalización del sistema de métricas básicas en panel administrativo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100" kern="1200" noProof="0" dirty="0"/>
            <a:t>Implementación de optimizaciones SEO con meta tags dinámicos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100" kern="1200" noProof="0" dirty="0"/>
            <a:t>Mejoras en editor de blog con funcionalidades de vista previa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100" kern="1200" noProof="0" dirty="0" err="1"/>
            <a:t>Testing</a:t>
          </a:r>
          <a:r>
            <a:rPr lang="es-ES" sz="1100" kern="1200" noProof="0" dirty="0"/>
            <a:t> exhaustivo de todas las funcionalidades implementadas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100" kern="1200" noProof="0" dirty="0"/>
            <a:t>Validación de rendimiento y optimización de consultas de base de datos</a:t>
          </a:r>
        </a:p>
      </dsp:txBody>
      <dsp:txXfrm>
        <a:off x="6697" y="1165508"/>
        <a:ext cx="2412135" cy="2816735"/>
      </dsp:txXfrm>
    </dsp:sp>
    <dsp:sp modelId="{96F9814F-674A-4148-AA4B-8FBA8A9C7F55}">
      <dsp:nvSpPr>
        <dsp:cNvPr id="0" name=""/>
        <dsp:cNvSpPr/>
      </dsp:nvSpPr>
      <dsp:spPr>
        <a:xfrm>
          <a:off x="2618000" y="370299"/>
          <a:ext cx="2650698" cy="795209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186" tIns="98186" rIns="98186" bIns="981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 noProof="0" dirty="0"/>
            <a:t>FASE 2 - OPTIMIZACION Y PULIMIENTO</a:t>
          </a:r>
          <a:endParaRPr lang="es-ES" sz="1400" kern="1200" noProof="0" dirty="0"/>
        </a:p>
      </dsp:txBody>
      <dsp:txXfrm>
        <a:off x="2856563" y="370299"/>
        <a:ext cx="2173572" cy="795209"/>
      </dsp:txXfrm>
    </dsp:sp>
    <dsp:sp modelId="{B5F78369-BE38-450D-815C-E779F6ED8B55}">
      <dsp:nvSpPr>
        <dsp:cNvPr id="0" name=""/>
        <dsp:cNvSpPr/>
      </dsp:nvSpPr>
      <dsp:spPr>
        <a:xfrm>
          <a:off x="2618000" y="1165508"/>
          <a:ext cx="2412135" cy="28167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612" tIns="190612" rIns="190612" bIns="3812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Implementación de mejoras de experiencia de usuario identificadas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Optimización de performance y tiempos de carga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Validaciones adicionales de seguridad en todos los formularios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 err="1"/>
            <a:t>Testing</a:t>
          </a:r>
          <a:r>
            <a:rPr lang="es-ES" sz="1100" kern="1200" noProof="0" dirty="0"/>
            <a:t> de compatibilidad entre diferentes navegadores y dispositivos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Corrección de errores menores y refinamiento de interfaz</a:t>
          </a:r>
        </a:p>
      </dsp:txBody>
      <dsp:txXfrm>
        <a:off x="2618000" y="1165508"/>
        <a:ext cx="2412135" cy="2816735"/>
      </dsp:txXfrm>
    </dsp:sp>
    <dsp:sp modelId="{B0B522AB-3381-4DF1-8869-71443A5B34BC}">
      <dsp:nvSpPr>
        <dsp:cNvPr id="0" name=""/>
        <dsp:cNvSpPr/>
      </dsp:nvSpPr>
      <dsp:spPr>
        <a:xfrm>
          <a:off x="5229304" y="370299"/>
          <a:ext cx="2650698" cy="795209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186" tIns="98186" rIns="98186" bIns="981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400" b="1" kern="1200" noProof="0" dirty="0"/>
            <a:t>FASE 3 - DOCUMENTACION Y ENTREGA</a:t>
          </a:r>
          <a:endParaRPr lang="es-ES" sz="1400" kern="1200" noProof="0" dirty="0"/>
        </a:p>
      </dsp:txBody>
      <dsp:txXfrm>
        <a:off x="5467867" y="370299"/>
        <a:ext cx="2173572" cy="795209"/>
      </dsp:txXfrm>
    </dsp:sp>
    <dsp:sp modelId="{31A1E889-67B1-47D5-BD0A-DB84E3CCFA5E}">
      <dsp:nvSpPr>
        <dsp:cNvPr id="0" name=""/>
        <dsp:cNvSpPr/>
      </dsp:nvSpPr>
      <dsp:spPr>
        <a:xfrm>
          <a:off x="5229304" y="1165508"/>
          <a:ext cx="2412135" cy="28167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612" tIns="190612" rIns="190612" bIns="3812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Elaboración de documentación técnica completa para mantenimiento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Creación de manual de usuario para administradores del sistema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Configuración final del entorno de producción con medidas de seguridad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Entrega de credenciales y transferencia de conocimiento al cliente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noProof="0" dirty="0"/>
            <a:t>Validación final con cliente y cierre formal del proyecto</a:t>
          </a:r>
        </a:p>
      </dsp:txBody>
      <dsp:txXfrm>
        <a:off x="5229304" y="1165508"/>
        <a:ext cx="2412135" cy="28167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C7C2B-27D2-491E-B501-1CED3B888CC7}">
      <dsp:nvSpPr>
        <dsp:cNvPr id="0" name=""/>
        <dsp:cNvSpPr/>
      </dsp:nvSpPr>
      <dsp:spPr>
        <a:xfrm>
          <a:off x="0" y="424043"/>
          <a:ext cx="4697730" cy="303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596" tIns="270764" rIns="36459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1" i="0" kern="1200" baseline="0" dirty="0"/>
            <a:t>MVC (</a:t>
          </a:r>
          <a:r>
            <a:rPr lang="es-CL" sz="1300" b="1" i="0" kern="1200" baseline="0" dirty="0" err="1"/>
            <a:t>Model</a:t>
          </a:r>
          <a:r>
            <a:rPr lang="es-CL" sz="1300" b="1" i="0" kern="1200" baseline="0" dirty="0"/>
            <a:t>-View-</a:t>
          </a:r>
          <a:r>
            <a:rPr lang="es-CL" sz="1300" b="1" i="0" kern="1200" baseline="0" dirty="0" err="1"/>
            <a:t>Controller</a:t>
          </a:r>
          <a:r>
            <a:rPr lang="es-CL" sz="1300" b="1" i="0" kern="1200" baseline="0" dirty="0"/>
            <a:t>):</a:t>
          </a:r>
          <a:r>
            <a:rPr lang="es-CL" sz="1300" b="0" i="0" kern="1200" baseline="0" dirty="0"/>
            <a:t> 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0" i="0" kern="1200" baseline="0" dirty="0"/>
            <a:t>Separación clara entre datos, lógica y presentación con MongoDB, Express y React </a:t>
          </a:r>
          <a:endParaRPr lang="en-US" sz="1300" kern="1200" dirty="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0" i="0" kern="1200" baseline="0"/>
            <a:t>Controladores especializados para gestión de productos, usuarios y contenido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1" i="0" kern="1200" baseline="0"/>
            <a:t>Repository Pattern:</a:t>
          </a:r>
          <a:r>
            <a:rPr lang="es-CL" sz="1300" b="0" i="0" kern="1200" baseline="0"/>
            <a:t> 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0" i="0" kern="1200" baseline="0"/>
            <a:t>Abstracción de acceso a datos con interfaces consistentes para operaciones CRUD 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0" i="0" kern="1200" baseline="0"/>
            <a:t>Facilita testing y mantenimiento del código de base de datos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1" i="0" kern="1200" baseline="0"/>
            <a:t>Middleware Pattern:</a:t>
          </a:r>
          <a:r>
            <a:rPr lang="es-CL" sz="1300" b="0" i="0" kern="1200" baseline="0"/>
            <a:t> 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0" i="0" kern="1200" baseline="0"/>
            <a:t>Autenticación JWT y validación de datos centralizadas 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0" i="0" kern="1200" baseline="0"/>
            <a:t>Sistema de logging y manejo de errores implementado </a:t>
          </a:r>
          <a:endParaRPr lang="en-US" sz="1300" kern="1200"/>
        </a:p>
      </dsp:txBody>
      <dsp:txXfrm>
        <a:off x="0" y="424043"/>
        <a:ext cx="4697730" cy="3030300"/>
      </dsp:txXfrm>
    </dsp:sp>
    <dsp:sp modelId="{9E2A54EE-A6F6-4B61-94F2-FD6EEC98A9DF}">
      <dsp:nvSpPr>
        <dsp:cNvPr id="0" name=""/>
        <dsp:cNvSpPr/>
      </dsp:nvSpPr>
      <dsp:spPr>
        <a:xfrm>
          <a:off x="234886" y="232163"/>
          <a:ext cx="3288411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300" b="1" i="0" kern="1200" baseline="0"/>
            <a:t>Patrones Implementados</a:t>
          </a:r>
          <a:r>
            <a:rPr lang="es-CL" sz="1300" b="0" i="0" kern="1200" baseline="0"/>
            <a:t> </a:t>
          </a:r>
          <a:endParaRPr lang="en-US" sz="1300" kern="1200"/>
        </a:p>
      </dsp:txBody>
      <dsp:txXfrm>
        <a:off x="253620" y="250897"/>
        <a:ext cx="3250943" cy="346292"/>
      </dsp:txXfrm>
    </dsp:sp>
    <dsp:sp modelId="{A00818D3-C732-47FE-A188-7CCD3F6D6332}">
      <dsp:nvSpPr>
        <dsp:cNvPr id="0" name=""/>
        <dsp:cNvSpPr/>
      </dsp:nvSpPr>
      <dsp:spPr>
        <a:xfrm>
          <a:off x="0" y="3716424"/>
          <a:ext cx="4697730" cy="1556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4596" tIns="270764" rIns="36459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1" i="0" kern="1200" baseline="0"/>
            <a:t>Service Layer Pattern:</a:t>
          </a:r>
          <a:r>
            <a:rPr lang="es-CL" sz="1300" b="0" i="0" kern="1200" baseline="0"/>
            <a:t> 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0" i="0" kern="1200" baseline="0"/>
            <a:t>Encapsulación de lógica de negocio compleja para reutilización entre controladores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1" i="0" kern="1200" baseline="0"/>
            <a:t>Observer Pattern:</a:t>
          </a:r>
          <a:r>
            <a:rPr lang="es-CL" sz="1300" b="0" i="0" kern="1200" baseline="0"/>
            <a:t> </a:t>
          </a:r>
          <a:endParaRPr lang="en-US" sz="1300" kern="1200"/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b="0" i="0" kern="1200" baseline="0"/>
            <a:t>Sistema de notificaciones automáticas y alertas para administradores </a:t>
          </a:r>
          <a:endParaRPr lang="en-US" sz="1300" kern="1200"/>
        </a:p>
      </dsp:txBody>
      <dsp:txXfrm>
        <a:off x="0" y="3716424"/>
        <a:ext cx="4697730" cy="1556100"/>
      </dsp:txXfrm>
    </dsp:sp>
    <dsp:sp modelId="{0B04C65F-2947-4334-A698-0BFA7E3DCA65}">
      <dsp:nvSpPr>
        <dsp:cNvPr id="0" name=""/>
        <dsp:cNvSpPr/>
      </dsp:nvSpPr>
      <dsp:spPr>
        <a:xfrm>
          <a:off x="234886" y="3524544"/>
          <a:ext cx="3288411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294" tIns="0" rIns="12429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L" sz="1300" b="1" i="0" kern="1200" baseline="0"/>
            <a:t>Patrones Pendientes de Implementación:</a:t>
          </a:r>
          <a:r>
            <a:rPr lang="es-CL" sz="1300" b="0" i="0" kern="1200" baseline="0"/>
            <a:t> </a:t>
          </a:r>
          <a:endParaRPr lang="en-US" sz="1300" kern="1200"/>
        </a:p>
      </dsp:txBody>
      <dsp:txXfrm>
        <a:off x="253620" y="3543278"/>
        <a:ext cx="3250943" cy="3462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D1CD8E-997F-476A-AA94-ACC34DD63CC3}">
      <dsp:nvSpPr>
        <dsp:cNvPr id="0" name=""/>
        <dsp:cNvSpPr/>
      </dsp:nvSpPr>
      <dsp:spPr>
        <a:xfrm>
          <a:off x="0" y="57154"/>
          <a:ext cx="7886700" cy="455715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Logros Alcanzados:</a:t>
          </a:r>
          <a:endParaRPr lang="en-US" sz="1900" kern="1200"/>
        </a:p>
      </dsp:txBody>
      <dsp:txXfrm>
        <a:off x="22246" y="79400"/>
        <a:ext cx="7842208" cy="411223"/>
      </dsp:txXfrm>
    </dsp:sp>
    <dsp:sp modelId="{D058A8EA-EB77-4DF9-8821-AB66ED3EA2C2}">
      <dsp:nvSpPr>
        <dsp:cNvPr id="0" name=""/>
        <dsp:cNvSpPr/>
      </dsp:nvSpPr>
      <dsp:spPr>
        <a:xfrm>
          <a:off x="0" y="512869"/>
          <a:ext cx="7886700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 dirty="0"/>
            <a:t>Desarrollo exitoso de una plataforma web funcional especializada en fragancias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Implementación de arquitectura escalable y mantenible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Sistema de autenticación robusto con roles granulares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Base sólida para futuras expansiones comerciales</a:t>
          </a:r>
          <a:endParaRPr lang="en-US" sz="1500" kern="1200"/>
        </a:p>
      </dsp:txBody>
      <dsp:txXfrm>
        <a:off x="0" y="512869"/>
        <a:ext cx="7886700" cy="1042245"/>
      </dsp:txXfrm>
    </dsp:sp>
    <dsp:sp modelId="{E3858083-E067-4972-AB5A-A89CB07A8204}">
      <dsp:nvSpPr>
        <dsp:cNvPr id="0" name=""/>
        <dsp:cNvSpPr/>
      </dsp:nvSpPr>
      <dsp:spPr>
        <a:xfrm>
          <a:off x="0" y="1555114"/>
          <a:ext cx="7886700" cy="455715"/>
        </a:xfrm>
        <a:prstGeom prst="roundRect">
          <a:avLst/>
        </a:prstGeom>
        <a:solidFill>
          <a:schemeClr val="accent1">
            <a:shade val="50000"/>
            <a:hueOff val="240958"/>
            <a:satOff val="-5040"/>
            <a:lumOff val="2804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Lecciones Aprendidas:</a:t>
          </a:r>
          <a:endParaRPr lang="en-US" sz="1900" kern="1200" dirty="0"/>
        </a:p>
      </dsp:txBody>
      <dsp:txXfrm>
        <a:off x="22246" y="1577360"/>
        <a:ext cx="7842208" cy="411223"/>
      </dsp:txXfrm>
    </dsp:sp>
    <dsp:sp modelId="{F5416D4E-481B-49DC-9C4F-E0A654612515}">
      <dsp:nvSpPr>
        <dsp:cNvPr id="0" name=""/>
        <dsp:cNvSpPr/>
      </dsp:nvSpPr>
      <dsp:spPr>
        <a:xfrm>
          <a:off x="0" y="2010829"/>
          <a:ext cx="7886700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La metodología Scrum facilita el desarrollo iterativo y la adaptación a cambios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La separación en capas mejora significativamente la mantenibilidad del código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La planificación detallada de la base de datos es crucial para el rendimiento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Las pruebas continuas reducen los errores en producción</a:t>
          </a:r>
          <a:endParaRPr lang="en-US" sz="1500" kern="1200"/>
        </a:p>
      </dsp:txBody>
      <dsp:txXfrm>
        <a:off x="0" y="2010829"/>
        <a:ext cx="7886700" cy="1042245"/>
      </dsp:txXfrm>
    </dsp:sp>
    <dsp:sp modelId="{27660117-8ECD-4363-8B22-1D34A4216B48}">
      <dsp:nvSpPr>
        <dsp:cNvPr id="0" name=""/>
        <dsp:cNvSpPr/>
      </dsp:nvSpPr>
      <dsp:spPr>
        <a:xfrm>
          <a:off x="0" y="3053074"/>
          <a:ext cx="7886700" cy="455715"/>
        </a:xfrm>
        <a:prstGeom prst="roundRect">
          <a:avLst/>
        </a:prstGeom>
        <a:solidFill>
          <a:schemeClr val="accent1">
            <a:shade val="50000"/>
            <a:hueOff val="240958"/>
            <a:satOff val="-5040"/>
            <a:lumOff val="2804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Próximos pasos:</a:t>
          </a:r>
          <a:endParaRPr lang="en-US" sz="1900" kern="1200"/>
        </a:p>
      </dsp:txBody>
      <dsp:txXfrm>
        <a:off x="22246" y="3075320"/>
        <a:ext cx="7842208" cy="411223"/>
      </dsp:txXfrm>
    </dsp:sp>
    <dsp:sp modelId="{7A4F1F21-84B5-4CAF-B730-2A71B377D5BA}">
      <dsp:nvSpPr>
        <dsp:cNvPr id="0" name=""/>
        <dsp:cNvSpPr/>
      </dsp:nvSpPr>
      <dsp:spPr>
        <a:xfrm>
          <a:off x="0" y="3508789"/>
          <a:ext cx="7886700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/>
            <a:t>Implementar sistema de métricas y analytics básicos para administradores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 dirty="0"/>
            <a:t>Optimizar la experiencia de usuario en dispositivos móviles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500" kern="1200" dirty="0"/>
            <a:t>Completar optimizaciones SEO para mejor posicionamiento web</a:t>
          </a:r>
          <a:endParaRPr lang="en-US" sz="1500" kern="1200" dirty="0"/>
        </a:p>
      </dsp:txBody>
      <dsp:txXfrm>
        <a:off x="0" y="3508789"/>
        <a:ext cx="7886700" cy="786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 lang="es-ES" noProof="0" dirty="0"/>
              <a:t>Plataforma Web Jiovani 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rPr lang="es-ES" noProof="0" dirty="0"/>
              <a:t>Sistema de Comercialización de Fragancias</a:t>
            </a:r>
          </a:p>
          <a:p>
            <a:r>
              <a:rPr lang="es-ES" noProof="0" dirty="0"/>
              <a:t>Presentación del Proyecto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noProof="0"/>
              <a:t>Descripción del Proyecto</a:t>
            </a:r>
            <a:endParaRPr lang="es-ES" noProof="0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5A27ED9-ACE2-FC44-755B-1F3BBB0574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52859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sz="4500" noProof="0" dirty="0"/>
              <a:t>Objetivos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649453-3119-98E3-820B-D093A6CB4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44864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075" y="-1"/>
            <a:ext cx="7817925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s-E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sz="3200" noProof="0" dirty="0"/>
              <a:t>Metodología Scrum Aplicada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FE36741-6F33-C7E8-2462-4588D1399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421804"/>
              </p:ext>
            </p:extLst>
          </p:nvPr>
        </p:nvGraphicFramePr>
        <p:xfrm>
          <a:off x="628650" y="2011729"/>
          <a:ext cx="78867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492B6C8-2A0D-DF40-DD62-0EDF7BBF4C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89866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2469CF8F-3AA8-EC06-69A9-6041519A1306}"/>
              </a:ext>
            </a:extLst>
          </p:cNvPr>
          <p:cNvSpPr txBox="1">
            <a:spLocks/>
          </p:cNvSpPr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200">
                <a:solidFill>
                  <a:srgbClr val="1F4E79"/>
                </a:solidFill>
              </a:defRPr>
            </a:pPr>
            <a:r>
              <a:rPr lang="es-ES" sz="3200" noProof="0" dirty="0">
                <a:solidFill>
                  <a:srgbClr val="1F4E79"/>
                </a:solidFill>
              </a:rPr>
              <a:t>Alcances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sz="3200" noProof="0" dirty="0">
                <a:solidFill>
                  <a:srgbClr val="1F4E79"/>
                </a:solidFill>
              </a:rPr>
              <a:t>Funcionalidades Pendientes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905ADC5-DE12-1F41-BC48-F8B0295B47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08946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sz="3200" noProof="0" dirty="0">
                <a:solidFill>
                  <a:srgbClr val="1F4E79"/>
                </a:solidFill>
              </a:rPr>
              <a:t>Plan de Finalización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C7C21BC-86FE-4084-AED9-A0C5CAB27F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555847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229600" cy="1143000"/>
          </a:xfrm>
        </p:spPr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noProof="0" dirty="0"/>
              <a:t>Diagrama de Base de Datos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EC7C73-2A9E-A145-A9D7-9DE99CEBA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78" y="1417638"/>
            <a:ext cx="6472643" cy="4935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noProof="0" dirty="0"/>
              <a:t>Diagramas BPMN</a:t>
            </a:r>
          </a:p>
        </p:txBody>
      </p:sp>
      <p:pic>
        <p:nvPicPr>
          <p:cNvPr id="5" name="Imagen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4D4F7D3D-DE3D-00C1-D7D1-1AD01041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5" y="1830827"/>
            <a:ext cx="8696290" cy="31963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619E-966F-41AD-1888-BB3B79D0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1E9A5-CA6D-36A0-E2C7-CA991A245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noProof="0" dirty="0"/>
              <a:t>Diagramas BPMN Mejorado</a:t>
            </a:r>
          </a:p>
        </p:txBody>
      </p:sp>
      <p:pic>
        <p:nvPicPr>
          <p:cNvPr id="5" name="Imagen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DD9A6CD9-3E8A-B86A-A334-19A69EDEC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3" y="1417638"/>
            <a:ext cx="9007813" cy="496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6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noProof="0" dirty="0"/>
              <a:t>Diagrama de Casos de Uso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9DC71D0A-4028-5B1F-492A-93A8BCFF2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74" y="1206945"/>
            <a:ext cx="7684851" cy="53764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noProof="0" dirty="0"/>
              <a:t>Diagrama de Clases</a:t>
            </a:r>
          </a:p>
        </p:txBody>
      </p:sp>
      <p:pic>
        <p:nvPicPr>
          <p:cNvPr id="4" name="Imagen 3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6AE3F603-2EE4-AE73-DEC5-2D2F60481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" y="1417638"/>
            <a:ext cx="8807450" cy="42672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noProof="0" dirty="0"/>
              <a:t>Herencia de Roles y Permisos</a:t>
            </a:r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015A89B-6690-82C3-E487-0EB1388D1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417638"/>
            <a:ext cx="8782050" cy="4523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noProof="0" dirty="0"/>
              <a:t>Arquitectura del Sistema</a:t>
            </a:r>
          </a:p>
        </p:txBody>
      </p:sp>
      <p:pic>
        <p:nvPicPr>
          <p:cNvPr id="12" name="Imagen 11" descr="Interfaz de usuario gráfica, Diagrama, Aplicación&#10;&#10;El contenido generado por IA puede ser incorrecto.">
            <a:extLst>
              <a:ext uri="{FF2B5EF4-FFF2-40B4-BE49-F238E27FC236}">
                <a16:creationId xmlns:a16="http://schemas.microsoft.com/office/drawing/2014/main" id="{FD1C406A-D0A1-287F-8640-B3374FA2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" y="1900237"/>
            <a:ext cx="8734425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3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1F3EDB-C1E8-5784-1E87-D38BD84F9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sz="4500" noProof="0"/>
              <a:t>Patrones de Diseño</a:t>
            </a:r>
          </a:p>
        </p:txBody>
      </p:sp>
      <p:graphicFrame>
        <p:nvGraphicFramePr>
          <p:cNvPr id="12" name="Rectangle 2">
            <a:extLst>
              <a:ext uri="{FF2B5EF4-FFF2-40B4-BE49-F238E27FC236}">
                <a16:creationId xmlns:a16="http://schemas.microsoft.com/office/drawing/2014/main" id="{0B47D998-334E-B7F7-C55F-DB1CF0747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715625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4347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7" y="649675"/>
            <a:ext cx="3213315" cy="777148"/>
          </a:xfrm>
        </p:spPr>
        <p:txBody>
          <a:bodyPr anchor="t">
            <a:normAutofit/>
          </a:bodyPr>
          <a:lstStyle/>
          <a:p>
            <a:pPr algn="l">
              <a:defRPr sz="3200">
                <a:solidFill>
                  <a:srgbClr val="1F4E79"/>
                </a:solidFill>
              </a:defRPr>
            </a:pPr>
            <a:r>
              <a:rPr lang="es-ES" sz="2800" noProof="0">
                <a:solidFill>
                  <a:schemeClr val="bg1"/>
                </a:solidFill>
              </a:rPr>
              <a:t>Stack Tecnológico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0987" y="1244812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1856A45D-338C-93E8-BC3D-A24CD03CF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667" y="2222778"/>
            <a:ext cx="3213315" cy="321331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4016" y="1447788"/>
            <a:ext cx="3220000" cy="476329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Frontend: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React 18 - Framework principal para UI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Tailwind CSS - Framework de estilos utilitarios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Vite - </a:t>
            </a:r>
            <a:r>
              <a:rPr lang="es-ES" sz="1200" noProof="0" dirty="0" err="1"/>
              <a:t>Build</a:t>
            </a:r>
            <a:r>
              <a:rPr lang="es-ES" sz="1200" noProof="0" dirty="0"/>
              <a:t> </a:t>
            </a:r>
            <a:r>
              <a:rPr lang="es-ES" sz="1200" noProof="0" dirty="0" err="1"/>
              <a:t>tool</a:t>
            </a:r>
            <a:r>
              <a:rPr lang="es-ES" sz="1200" noProof="0" dirty="0"/>
              <a:t> y desarrollo rápido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Lucide React - Iconografía moderna</a:t>
            </a:r>
          </a:p>
          <a:p>
            <a:pPr>
              <a:lnSpc>
                <a:spcPct val="90000"/>
              </a:lnSpc>
              <a:defRPr sz="1500">
                <a:solidFill>
                  <a:srgbClr val="333333"/>
                </a:solidFill>
              </a:defRPr>
            </a:pPr>
            <a:endParaRPr lang="es-ES" sz="1200" noProof="0" dirty="0"/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Backend: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Node.js - </a:t>
            </a:r>
            <a:r>
              <a:rPr lang="es-ES" sz="1200" noProof="0" dirty="0" err="1"/>
              <a:t>Runtime</a:t>
            </a:r>
            <a:r>
              <a:rPr lang="es-ES" sz="1200" noProof="0" dirty="0"/>
              <a:t> de JavaScript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Express.js - Framework web minimalista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JWT - Autenticación y autorización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</a:t>
            </a:r>
            <a:r>
              <a:rPr lang="es-ES" sz="1200" noProof="0" dirty="0" err="1"/>
              <a:t>Bcrypt</a:t>
            </a:r>
            <a:r>
              <a:rPr lang="es-ES" sz="1200" noProof="0" dirty="0"/>
              <a:t> - </a:t>
            </a:r>
            <a:r>
              <a:rPr lang="es-ES" sz="1200" noProof="0" dirty="0" err="1"/>
              <a:t>Hashing</a:t>
            </a:r>
            <a:r>
              <a:rPr lang="es-ES" sz="1200" noProof="0" dirty="0"/>
              <a:t> de contraseñas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</a:t>
            </a:r>
            <a:r>
              <a:rPr lang="es-ES" sz="1200" noProof="0" dirty="0" err="1"/>
              <a:t>Cors</a:t>
            </a:r>
            <a:r>
              <a:rPr lang="es-ES" sz="1200" noProof="0" dirty="0"/>
              <a:t> - Manejo de políticas de origen cruzado</a:t>
            </a:r>
          </a:p>
          <a:p>
            <a:pPr>
              <a:lnSpc>
                <a:spcPct val="90000"/>
              </a:lnSpc>
              <a:defRPr sz="1500">
                <a:solidFill>
                  <a:srgbClr val="333333"/>
                </a:solidFill>
              </a:defRPr>
            </a:pPr>
            <a:endParaRPr lang="es-ES" sz="1200" noProof="0" dirty="0"/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Base de Datos: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MongoDB - Base de datos NoSQL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</a:t>
            </a:r>
            <a:r>
              <a:rPr lang="es-ES" sz="1200" noProof="0" dirty="0" err="1"/>
              <a:t>Mongoose</a:t>
            </a:r>
            <a:r>
              <a:rPr lang="es-ES" sz="1200" noProof="0" dirty="0"/>
              <a:t> - ODM para modelado de datos</a:t>
            </a:r>
          </a:p>
          <a:p>
            <a:pPr>
              <a:lnSpc>
                <a:spcPct val="90000"/>
              </a:lnSpc>
              <a:defRPr sz="1500">
                <a:solidFill>
                  <a:srgbClr val="333333"/>
                </a:solidFill>
              </a:defRPr>
            </a:pPr>
            <a:endParaRPr lang="es-ES" sz="1200" noProof="0" dirty="0"/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Herramientas de Desarrollo: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Git - Control de versiones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</a:t>
            </a:r>
            <a:r>
              <a:rPr lang="es-ES" sz="1200" noProof="0" dirty="0" err="1"/>
              <a:t>ESLint</a:t>
            </a:r>
            <a:r>
              <a:rPr lang="es-ES" sz="1200" noProof="0" dirty="0"/>
              <a:t> - </a:t>
            </a:r>
            <a:r>
              <a:rPr lang="es-ES" sz="1200" noProof="0" dirty="0" err="1"/>
              <a:t>Linting</a:t>
            </a:r>
            <a:r>
              <a:rPr lang="es-ES" sz="1200" noProof="0" dirty="0"/>
              <a:t> de código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</a:t>
            </a:r>
            <a:r>
              <a:rPr lang="es-ES" sz="1200" noProof="0" dirty="0" err="1"/>
              <a:t>Prettier</a:t>
            </a:r>
            <a:r>
              <a:rPr lang="es-ES" sz="1200" noProof="0" dirty="0"/>
              <a:t> - Formateo de código</a:t>
            </a:r>
          </a:p>
          <a:p>
            <a:pPr marL="0" indent="0">
              <a:lnSpc>
                <a:spcPct val="90000"/>
              </a:lnSpc>
              <a:buNone/>
              <a:defRPr sz="1500">
                <a:solidFill>
                  <a:srgbClr val="333333"/>
                </a:solidFill>
              </a:defRPr>
            </a:pPr>
            <a:r>
              <a:rPr lang="es-ES" sz="1200" noProof="0" dirty="0"/>
              <a:t>• </a:t>
            </a:r>
            <a:r>
              <a:rPr lang="es-ES" sz="1200" noProof="0" dirty="0" err="1"/>
              <a:t>Postman</a:t>
            </a:r>
            <a:r>
              <a:rPr lang="es-ES" sz="1200" noProof="0" dirty="0"/>
              <a:t> - </a:t>
            </a:r>
            <a:r>
              <a:rPr lang="es-ES" sz="1200" noProof="0" dirty="0" err="1"/>
              <a:t>Testing</a:t>
            </a:r>
            <a:r>
              <a:rPr lang="es-ES" sz="1200" noProof="0" dirty="0"/>
              <a:t> de API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1F4E79"/>
                </a:solidFill>
              </a:defRPr>
            </a:pPr>
            <a:r>
              <a:rPr lang="es-ES" sz="4500" noProof="0" dirty="0"/>
              <a:t>Conclusión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9D6422-A075-FE6A-0E01-8CB7BD74F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3334543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1151</Words>
  <Application>Microsoft Office PowerPoint</Application>
  <PresentationFormat>Presentación en pantalla (4:3)</PresentationFormat>
  <Paragraphs>155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Plataforma Web Jiovani Go</vt:lpstr>
      <vt:lpstr>Descripción del Proyecto</vt:lpstr>
      <vt:lpstr>Objetivos</vt:lpstr>
      <vt:lpstr>Metodología Scrum Aplicada</vt:lpstr>
      <vt:lpstr>Presentación de PowerPoint</vt:lpstr>
      <vt:lpstr>Funcionalidades Pendientes</vt:lpstr>
      <vt:lpstr>Plan de Finalización</vt:lpstr>
      <vt:lpstr>Diagrama de Base de Datos</vt:lpstr>
      <vt:lpstr>Diagramas BPMN</vt:lpstr>
      <vt:lpstr>Diagramas BPMN Mejorado</vt:lpstr>
      <vt:lpstr>Diagrama de Casos de Uso</vt:lpstr>
      <vt:lpstr>Diagrama de Clases</vt:lpstr>
      <vt:lpstr>Herencia de Roles y Permisos</vt:lpstr>
      <vt:lpstr>Arquitectura del Sistema</vt:lpstr>
      <vt:lpstr>Patrones de Diseño</vt:lpstr>
      <vt:lpstr>Stack Tecnológico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Joaquín Vicente Cancino Torres</cp:lastModifiedBy>
  <cp:revision>3</cp:revision>
  <dcterms:created xsi:type="dcterms:W3CDTF">2013-01-27T09:14:16Z</dcterms:created>
  <dcterms:modified xsi:type="dcterms:W3CDTF">2025-06-16T16:37:29Z</dcterms:modified>
  <cp:category/>
</cp:coreProperties>
</file>